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ville Palmer" userId="50405348-8abf-4926-b848-20a1fee86c04" providerId="ADAL" clId="{92F67364-1EDC-4ED8-8F29-5BF17347F4B9}"/>
    <pc:docChg chg="custSel modSld modShowInfo">
      <pc:chgData name="Neville Palmer" userId="50405348-8abf-4926-b848-20a1fee86c04" providerId="ADAL" clId="{92F67364-1EDC-4ED8-8F29-5BF17347F4B9}" dt="2023-11-28T10:11:41.532" v="160" actId="20577"/>
      <pc:docMkLst>
        <pc:docMk/>
      </pc:docMkLst>
      <pc:sldChg chg="modSp mod">
        <pc:chgData name="Neville Palmer" userId="50405348-8abf-4926-b848-20a1fee86c04" providerId="ADAL" clId="{92F67364-1EDC-4ED8-8F29-5BF17347F4B9}" dt="2023-11-28T10:11:41.532" v="160" actId="20577"/>
        <pc:sldMkLst>
          <pc:docMk/>
          <pc:sldMk cId="3059472468" sldId="257"/>
        </pc:sldMkLst>
        <pc:spChg chg="mod">
          <ac:chgData name="Neville Palmer" userId="50405348-8abf-4926-b848-20a1fee86c04" providerId="ADAL" clId="{92F67364-1EDC-4ED8-8F29-5BF17347F4B9}" dt="2023-11-28T10:11:41.532" v="160" actId="20577"/>
          <ac:spMkLst>
            <pc:docMk/>
            <pc:sldMk cId="3059472468" sldId="257"/>
            <ac:spMk id="3" creationId="{9FF26748-D648-C53B-D452-90FDC44676D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D884F-91F3-4844-935C-ED7618B1A5D6}" type="datetimeFigureOut">
              <a:rPr lang="en-GB" smtClean="0"/>
              <a:t>28/11/2023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544B-74E4-4C7C-B320-EC6EE9FC03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6621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D884F-91F3-4844-935C-ED7618B1A5D6}" type="datetimeFigureOut">
              <a:rPr lang="en-GB" smtClean="0"/>
              <a:t>28/11/2023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544B-74E4-4C7C-B320-EC6EE9FC03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579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D884F-91F3-4844-935C-ED7618B1A5D6}" type="datetimeFigureOut">
              <a:rPr lang="en-GB" smtClean="0"/>
              <a:t>28/11/2023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544B-74E4-4C7C-B320-EC6EE9FC03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49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D884F-91F3-4844-935C-ED7618B1A5D6}" type="datetimeFigureOut">
              <a:rPr lang="en-GB" smtClean="0"/>
              <a:t>28/11/2023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544B-74E4-4C7C-B320-EC6EE9FC03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783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D884F-91F3-4844-935C-ED7618B1A5D6}" type="datetimeFigureOut">
              <a:rPr lang="en-GB" smtClean="0"/>
              <a:t>28/11/2023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544B-74E4-4C7C-B320-EC6EE9FC03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490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D884F-91F3-4844-935C-ED7618B1A5D6}" type="datetimeFigureOut">
              <a:rPr lang="en-GB" smtClean="0"/>
              <a:t>28/11/2023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544B-74E4-4C7C-B320-EC6EE9FC03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21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D884F-91F3-4844-935C-ED7618B1A5D6}" type="datetimeFigureOut">
              <a:rPr lang="en-GB" smtClean="0"/>
              <a:t>28/11/2023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544B-74E4-4C7C-B320-EC6EE9FC03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8215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D884F-91F3-4844-935C-ED7618B1A5D6}" type="datetimeFigureOut">
              <a:rPr lang="en-GB" smtClean="0"/>
              <a:t>28/11/2023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544B-74E4-4C7C-B320-EC6EE9FC03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06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D884F-91F3-4844-935C-ED7618B1A5D6}" type="datetimeFigureOut">
              <a:rPr lang="en-GB" smtClean="0"/>
              <a:t>28/11/2023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544B-74E4-4C7C-B320-EC6EE9FC03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088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D884F-91F3-4844-935C-ED7618B1A5D6}" type="datetimeFigureOut">
              <a:rPr lang="en-GB" smtClean="0"/>
              <a:t>28/11/2023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544B-74E4-4C7C-B320-EC6EE9FC03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680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D884F-91F3-4844-935C-ED7618B1A5D6}" type="datetimeFigureOut">
              <a:rPr lang="en-GB" smtClean="0"/>
              <a:t>28/11/2023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544B-74E4-4C7C-B320-EC6EE9FC03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012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D884F-91F3-4844-935C-ED7618B1A5D6}" type="datetimeFigureOut">
              <a:rPr lang="en-GB" smtClean="0"/>
              <a:t>28/11/2023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5544B-74E4-4C7C-B320-EC6EE9FC03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96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22D43-FD26-2638-AF17-0D11758CF4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ONOS 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14845-7E57-6FC3-3D7A-8C70CC69F5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F9762387-B8DA-D0AD-AD67-6398645814E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4271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27"/>
    </mc:Choice>
    <mc:Fallback xmlns="">
      <p:transition spd="slow" advTm="85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DC76-FA88-ECC7-527B-11960C3E2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26748-D648-C53B-D452-90FDC4467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Look at the ONOS tutorial </a:t>
            </a:r>
          </a:p>
          <a:p>
            <a:pPr lvl="2"/>
            <a:r>
              <a:rPr lang="en-GB" dirty="0"/>
              <a:t>see lab instructions and separate ONOS Tutorial</a:t>
            </a:r>
          </a:p>
          <a:p>
            <a:r>
              <a:rPr lang="en-GB" dirty="0"/>
              <a:t>Start the accompanying ONOS VM (on the E: Drive)</a:t>
            </a:r>
          </a:p>
          <a:p>
            <a:r>
              <a:rPr lang="en-GB" dirty="0"/>
              <a:t>Then – within the VM:</a:t>
            </a:r>
          </a:p>
          <a:p>
            <a:pPr lvl="1"/>
            <a:r>
              <a:rPr lang="en-GB" dirty="0"/>
              <a:t>Start the ONOS SDN controller cluster</a:t>
            </a:r>
          </a:p>
          <a:p>
            <a:pPr lvl="1"/>
            <a:r>
              <a:rPr lang="en-GB" dirty="0"/>
              <a:t>Launch the ONOS GUI</a:t>
            </a:r>
          </a:p>
          <a:p>
            <a:pPr lvl="1"/>
            <a:r>
              <a:rPr lang="en-GB" dirty="0"/>
              <a:t>Start Mininet in the ONOS VM - to run a simulated SDN topology </a:t>
            </a:r>
          </a:p>
          <a:p>
            <a:pPr lvl="2"/>
            <a:r>
              <a:rPr lang="en-GB" dirty="0"/>
              <a:t>With OpenVSwitches</a:t>
            </a:r>
          </a:p>
          <a:p>
            <a:pPr lvl="2"/>
            <a:r>
              <a:rPr lang="en-GB" dirty="0"/>
              <a:t>Connected to ONOS SDN cluster</a:t>
            </a:r>
          </a:p>
        </p:txBody>
      </p:sp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14979D50-37FB-6CC3-CEBF-7FFE2B953A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59472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266"/>
    </mc:Choice>
    <mc:Fallback xmlns="">
      <p:transition spd="slow" advTm="412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AFC9E-0269-4C2F-B49F-B8DEA460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2F9EE-15A1-C2DD-BFDD-2DD70284B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</a:t>
            </a:r>
            <a:r>
              <a:rPr lang="en-GB" dirty="0" err="1"/>
              <a:t>mininet</a:t>
            </a:r>
            <a:r>
              <a:rPr lang="en-GB" dirty="0"/>
              <a:t> – ping from one host to another</a:t>
            </a:r>
          </a:p>
          <a:p>
            <a:pPr lvl="1"/>
            <a:r>
              <a:rPr lang="pt-BR" dirty="0"/>
              <a:t>mininet&gt; h11 ping -c3 h41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Pings will fail</a:t>
            </a:r>
          </a:p>
          <a:p>
            <a:r>
              <a:rPr lang="en-GB" dirty="0"/>
              <a:t>Add reactive forwarding in ONOS</a:t>
            </a:r>
          </a:p>
          <a:p>
            <a:r>
              <a:rPr lang="en-GB" dirty="0"/>
              <a:t>Pings will work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71309414-43AD-9880-C0F5-F3564F688C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5033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948"/>
    </mc:Choice>
    <mc:Fallback xmlns="">
      <p:transition spd="slow" advTm="229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49CFD-00AA-4D86-B120-EED066B3C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41639-9DF9-2583-4A82-51BF1D257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Investigate some basic ONOS CLI commands</a:t>
            </a:r>
          </a:p>
          <a:p>
            <a:r>
              <a:rPr lang="en-GB" dirty="0"/>
              <a:t>e.g. </a:t>
            </a:r>
          </a:p>
          <a:p>
            <a:pPr lvl="1"/>
            <a:r>
              <a:rPr lang="en-GB" dirty="0"/>
              <a:t>links</a:t>
            </a:r>
          </a:p>
          <a:p>
            <a:pPr lvl="1"/>
            <a:r>
              <a:rPr lang="en-GB" dirty="0"/>
              <a:t>hosts</a:t>
            </a:r>
          </a:p>
          <a:p>
            <a:pPr lvl="1"/>
            <a:r>
              <a:rPr lang="en-GB" dirty="0"/>
              <a:t>flows</a:t>
            </a:r>
          </a:p>
          <a:p>
            <a:pPr lvl="1"/>
            <a:r>
              <a:rPr lang="en-GB" dirty="0"/>
              <a:t>etc.</a:t>
            </a: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ECFACB99-F8C6-7377-A87B-73509ACDC86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0880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26"/>
    </mc:Choice>
    <mc:Fallback xmlns="">
      <p:transition spd="slow" advTm="133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2FB6D-76A6-7E9B-69F9-03D5E03B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B4AA3-E79D-DB87-AAC5-BB07FC44F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 host connectivity with intents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FE50213B-F470-677B-585F-75F8C07593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85493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721"/>
    </mc:Choice>
    <mc:Fallback xmlns="">
      <p:transition spd="slow" advTm="137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F2D3-F718-D3C1-588E-D56C660F1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B4B0E-91FC-D0EE-B5E6-CA2A9987E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the ONOS GUI</a:t>
            </a:r>
          </a:p>
          <a:p>
            <a:r>
              <a:rPr lang="en-GB" dirty="0"/>
              <a:t>Looking at the various features and panes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7B4EA054-1255-84C2-5F3F-D27BF9CC31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4604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229"/>
    </mc:Choice>
    <mc:Fallback xmlns="">
      <p:transition spd="slow" advTm="172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6460E-4DEC-2D2C-3703-12625373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AD868-0A1A-3656-7808-C8688BF4B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Follow the lab carefully</a:t>
            </a:r>
          </a:p>
          <a:p>
            <a:endParaRPr lang="en-GB" dirty="0"/>
          </a:p>
          <a:p>
            <a:r>
              <a:rPr lang="en-GB" dirty="0"/>
              <a:t>Good to work with a preconfigured VM</a:t>
            </a: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FAC89FF7-8A7D-6C30-6911-AA55051FB4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91791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849"/>
    </mc:Choice>
    <mc:Fallback xmlns="">
      <p:transition spd="slow" advTm="348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7CB99-7EDF-3242-025E-8DED4C41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do the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26ED0-97A9-54F4-0228-B49B9A61B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See video on SOL</a:t>
            </a:r>
          </a:p>
          <a:p>
            <a:r>
              <a:rPr lang="en-GB" dirty="0"/>
              <a:t>Read the lab sheet and the accompanying</a:t>
            </a:r>
          </a:p>
          <a:p>
            <a:r>
              <a:rPr lang="en-GB" dirty="0"/>
              <a:t>ONOS tutorial</a:t>
            </a:r>
          </a:p>
          <a:p>
            <a:r>
              <a:rPr lang="en-GB" dirty="0"/>
              <a:t>Read other resources</a:t>
            </a:r>
          </a:p>
          <a:p>
            <a:r>
              <a:rPr lang="en-GB" dirty="0"/>
              <a:t>Including the free SDN intro course</a:t>
            </a: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F5E5C814-968D-465B-8591-5BCF5D7979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881085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919"/>
    </mc:Choice>
    <mc:Fallback xmlns="">
      <p:transition spd="slow" advTm="159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CC6FA-B5F9-2836-0468-F09FAB7AD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luck!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81425-BBD1-7E2C-2FE0-3F01550F4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F8EF9347-72A2-7C68-93AE-688885CD37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14814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05"/>
    </mc:Choice>
    <mc:Fallback xmlns="">
      <p:transition spd="slow" advTm="51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</TotalTime>
  <Words>175</Words>
  <Application>Microsoft Office PowerPoint</Application>
  <PresentationFormat>Widescreen</PresentationFormat>
  <Paragraphs>42</Paragraphs>
  <Slides>9</Slides>
  <Notes>0</Notes>
  <HiddenSlides>0</HiddenSlides>
  <MMClips>9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ONOS Tutorial</vt:lpstr>
      <vt:lpstr>Part 1</vt:lpstr>
      <vt:lpstr>Part 2</vt:lpstr>
      <vt:lpstr>Part 3</vt:lpstr>
      <vt:lpstr>Part 4</vt:lpstr>
      <vt:lpstr>Part 5</vt:lpstr>
      <vt:lpstr>Caution!</vt:lpstr>
      <vt:lpstr>How to do the lab</vt:lpstr>
      <vt:lpstr>Good luck!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ONOS Tutorial</dc:title>
  <dc:creator>Neville Palmer</dc:creator>
  <cp:lastModifiedBy>Neville Palmer</cp:lastModifiedBy>
  <cp:revision>2</cp:revision>
  <dcterms:created xsi:type="dcterms:W3CDTF">2023-11-08T14:11:22Z</dcterms:created>
  <dcterms:modified xsi:type="dcterms:W3CDTF">2023-11-28T10:17:07Z</dcterms:modified>
</cp:coreProperties>
</file>