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9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D085E-5D15-4BAB-BCCF-5CBBCF804639}" v="20" dt="2023-10-11T11:46:27.366"/>
    <p1510:client id="{A471EB3F-CA01-4168-9BEA-3E99B206E5A8}" v="2" dt="2023-10-10T12:04:50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ville Palmer" userId="50405348-8abf-4926-b848-20a1fee86c04" providerId="ADAL" clId="{A471EB3F-CA01-4168-9BEA-3E99B206E5A8}"/>
    <pc:docChg chg="custSel addSld modSld sldOrd">
      <pc:chgData name="Neville Palmer" userId="50405348-8abf-4926-b848-20a1fee86c04" providerId="ADAL" clId="{A471EB3F-CA01-4168-9BEA-3E99B206E5A8}" dt="2023-10-10T12:05:28.256" v="3035" actId="15"/>
      <pc:docMkLst>
        <pc:docMk/>
      </pc:docMkLst>
      <pc:sldChg chg="modSp new mod">
        <pc:chgData name="Neville Palmer" userId="50405348-8abf-4926-b848-20a1fee86c04" providerId="ADAL" clId="{A471EB3F-CA01-4168-9BEA-3E99B206E5A8}" dt="2023-10-10T11:39:12.293" v="15" actId="20577"/>
        <pc:sldMkLst>
          <pc:docMk/>
          <pc:sldMk cId="3405871743" sldId="256"/>
        </pc:sldMkLst>
        <pc:spChg chg="mod">
          <ac:chgData name="Neville Palmer" userId="50405348-8abf-4926-b848-20a1fee86c04" providerId="ADAL" clId="{A471EB3F-CA01-4168-9BEA-3E99B206E5A8}" dt="2023-10-10T11:39:12.293" v="15" actId="20577"/>
          <ac:spMkLst>
            <pc:docMk/>
            <pc:sldMk cId="3405871743" sldId="256"/>
            <ac:spMk id="2" creationId="{2BF0EB42-1C44-7818-1124-5AC2E801D33A}"/>
          </ac:spMkLst>
        </pc:spChg>
        <pc:spChg chg="mod">
          <ac:chgData name="Neville Palmer" userId="50405348-8abf-4926-b848-20a1fee86c04" providerId="ADAL" clId="{A471EB3F-CA01-4168-9BEA-3E99B206E5A8}" dt="2023-10-10T11:39:06.198" v="1"/>
          <ac:spMkLst>
            <pc:docMk/>
            <pc:sldMk cId="3405871743" sldId="256"/>
            <ac:spMk id="3" creationId="{1C2F230B-1FD7-CFAC-569F-2E4FCF8BB4F0}"/>
          </ac:spMkLst>
        </pc:spChg>
      </pc:sldChg>
      <pc:sldChg chg="modSp new mod ord">
        <pc:chgData name="Neville Palmer" userId="50405348-8abf-4926-b848-20a1fee86c04" providerId="ADAL" clId="{A471EB3F-CA01-4168-9BEA-3E99B206E5A8}" dt="2023-10-10T11:50:47.059" v="1399"/>
        <pc:sldMkLst>
          <pc:docMk/>
          <pc:sldMk cId="3184357701" sldId="257"/>
        </pc:sldMkLst>
        <pc:spChg chg="mod">
          <ac:chgData name="Neville Palmer" userId="50405348-8abf-4926-b848-20a1fee86c04" providerId="ADAL" clId="{A471EB3F-CA01-4168-9BEA-3E99B206E5A8}" dt="2023-10-10T11:42:46.200" v="495" actId="20577"/>
          <ac:spMkLst>
            <pc:docMk/>
            <pc:sldMk cId="3184357701" sldId="257"/>
            <ac:spMk id="2" creationId="{A16DE65B-FFCB-B3F9-139C-0004AF36BE24}"/>
          </ac:spMkLst>
        </pc:spChg>
        <pc:spChg chg="mod">
          <ac:chgData name="Neville Palmer" userId="50405348-8abf-4926-b848-20a1fee86c04" providerId="ADAL" clId="{A471EB3F-CA01-4168-9BEA-3E99B206E5A8}" dt="2023-10-10T11:42:41.170" v="494" actId="20577"/>
          <ac:spMkLst>
            <pc:docMk/>
            <pc:sldMk cId="3184357701" sldId="257"/>
            <ac:spMk id="3" creationId="{954CEE38-1827-4447-B489-4225613D5726}"/>
          </ac:spMkLst>
        </pc:spChg>
      </pc:sldChg>
      <pc:sldChg chg="modSp new mod">
        <pc:chgData name="Neville Palmer" userId="50405348-8abf-4926-b848-20a1fee86c04" providerId="ADAL" clId="{A471EB3F-CA01-4168-9BEA-3E99B206E5A8}" dt="2023-10-10T11:45:29.379" v="788" actId="15"/>
        <pc:sldMkLst>
          <pc:docMk/>
          <pc:sldMk cId="1698563975" sldId="258"/>
        </pc:sldMkLst>
        <pc:spChg chg="mod">
          <ac:chgData name="Neville Palmer" userId="50405348-8abf-4926-b848-20a1fee86c04" providerId="ADAL" clId="{A471EB3F-CA01-4168-9BEA-3E99B206E5A8}" dt="2023-10-10T11:42:55.770" v="503" actId="20577"/>
          <ac:spMkLst>
            <pc:docMk/>
            <pc:sldMk cId="1698563975" sldId="258"/>
            <ac:spMk id="2" creationId="{FECD02DF-EA9E-2125-B590-7C3F11CA7EF4}"/>
          </ac:spMkLst>
        </pc:spChg>
        <pc:spChg chg="mod">
          <ac:chgData name="Neville Palmer" userId="50405348-8abf-4926-b848-20a1fee86c04" providerId="ADAL" clId="{A471EB3F-CA01-4168-9BEA-3E99B206E5A8}" dt="2023-10-10T11:45:29.379" v="788" actId="15"/>
          <ac:spMkLst>
            <pc:docMk/>
            <pc:sldMk cId="1698563975" sldId="258"/>
            <ac:spMk id="3" creationId="{45973DC3-E417-51F3-11A4-AE4AC2EEE11F}"/>
          </ac:spMkLst>
        </pc:spChg>
      </pc:sldChg>
      <pc:sldChg chg="modSp add mod">
        <pc:chgData name="Neville Palmer" userId="50405348-8abf-4926-b848-20a1fee86c04" providerId="ADAL" clId="{A471EB3F-CA01-4168-9BEA-3E99B206E5A8}" dt="2023-10-10T11:46:18.770" v="897" actId="20577"/>
        <pc:sldMkLst>
          <pc:docMk/>
          <pc:sldMk cId="4056770109" sldId="259"/>
        </pc:sldMkLst>
        <pc:spChg chg="mod">
          <ac:chgData name="Neville Palmer" userId="50405348-8abf-4926-b848-20a1fee86c04" providerId="ADAL" clId="{A471EB3F-CA01-4168-9BEA-3E99B206E5A8}" dt="2023-10-10T11:46:18.770" v="897" actId="20577"/>
          <ac:spMkLst>
            <pc:docMk/>
            <pc:sldMk cId="4056770109" sldId="259"/>
            <ac:spMk id="3" creationId="{45973DC3-E417-51F3-11A4-AE4AC2EEE11F}"/>
          </ac:spMkLst>
        </pc:spChg>
      </pc:sldChg>
      <pc:sldChg chg="modSp add mod ord">
        <pc:chgData name="Neville Palmer" userId="50405348-8abf-4926-b848-20a1fee86c04" providerId="ADAL" clId="{A471EB3F-CA01-4168-9BEA-3E99B206E5A8}" dt="2023-10-10T11:52:26.542" v="1536"/>
        <pc:sldMkLst>
          <pc:docMk/>
          <pc:sldMk cId="3973430024" sldId="260"/>
        </pc:sldMkLst>
        <pc:spChg chg="mod">
          <ac:chgData name="Neville Palmer" userId="50405348-8abf-4926-b848-20a1fee86c04" providerId="ADAL" clId="{A471EB3F-CA01-4168-9BEA-3E99B206E5A8}" dt="2023-10-10T11:48:21.641" v="1118" actId="113"/>
          <ac:spMkLst>
            <pc:docMk/>
            <pc:sldMk cId="3973430024" sldId="260"/>
            <ac:spMk id="3" creationId="{45973DC3-E417-51F3-11A4-AE4AC2EEE11F}"/>
          </ac:spMkLst>
        </pc:spChg>
      </pc:sldChg>
      <pc:sldChg chg="modSp new mod">
        <pc:chgData name="Neville Palmer" userId="50405348-8abf-4926-b848-20a1fee86c04" providerId="ADAL" clId="{A471EB3F-CA01-4168-9BEA-3E99B206E5A8}" dt="2023-10-10T11:52:10.678" v="1533" actId="20577"/>
        <pc:sldMkLst>
          <pc:docMk/>
          <pc:sldMk cId="4062439966" sldId="261"/>
        </pc:sldMkLst>
        <pc:spChg chg="mod">
          <ac:chgData name="Neville Palmer" userId="50405348-8abf-4926-b848-20a1fee86c04" providerId="ADAL" clId="{A471EB3F-CA01-4168-9BEA-3E99B206E5A8}" dt="2023-10-10T11:48:35.213" v="1140" actId="20577"/>
          <ac:spMkLst>
            <pc:docMk/>
            <pc:sldMk cId="4062439966" sldId="261"/>
            <ac:spMk id="2" creationId="{9D17E1A1-54F6-2839-7BC1-2EEF1590A75A}"/>
          </ac:spMkLst>
        </pc:spChg>
        <pc:spChg chg="mod">
          <ac:chgData name="Neville Palmer" userId="50405348-8abf-4926-b848-20a1fee86c04" providerId="ADAL" clId="{A471EB3F-CA01-4168-9BEA-3E99B206E5A8}" dt="2023-10-10T11:52:10.678" v="1533" actId="20577"/>
          <ac:spMkLst>
            <pc:docMk/>
            <pc:sldMk cId="4062439966" sldId="261"/>
            <ac:spMk id="3" creationId="{94610FDF-936C-03B4-3FCA-D0F0D4F74DF0}"/>
          </ac:spMkLst>
        </pc:spChg>
      </pc:sldChg>
      <pc:sldChg chg="modSp add mod">
        <pc:chgData name="Neville Palmer" userId="50405348-8abf-4926-b848-20a1fee86c04" providerId="ADAL" clId="{A471EB3F-CA01-4168-9BEA-3E99B206E5A8}" dt="2023-10-10T11:54:47.558" v="1773" actId="20577"/>
        <pc:sldMkLst>
          <pc:docMk/>
          <pc:sldMk cId="677054620" sldId="262"/>
        </pc:sldMkLst>
        <pc:spChg chg="mod">
          <ac:chgData name="Neville Palmer" userId="50405348-8abf-4926-b848-20a1fee86c04" providerId="ADAL" clId="{A471EB3F-CA01-4168-9BEA-3E99B206E5A8}" dt="2023-10-10T11:52:38.634" v="1556" actId="20577"/>
          <ac:spMkLst>
            <pc:docMk/>
            <pc:sldMk cId="677054620" sldId="262"/>
            <ac:spMk id="2" creationId="{FECD02DF-EA9E-2125-B590-7C3F11CA7EF4}"/>
          </ac:spMkLst>
        </pc:spChg>
        <pc:spChg chg="mod">
          <ac:chgData name="Neville Palmer" userId="50405348-8abf-4926-b848-20a1fee86c04" providerId="ADAL" clId="{A471EB3F-CA01-4168-9BEA-3E99B206E5A8}" dt="2023-10-10T11:54:47.558" v="1773" actId="20577"/>
          <ac:spMkLst>
            <pc:docMk/>
            <pc:sldMk cId="677054620" sldId="262"/>
            <ac:spMk id="3" creationId="{45973DC3-E417-51F3-11A4-AE4AC2EEE11F}"/>
          </ac:spMkLst>
        </pc:spChg>
      </pc:sldChg>
      <pc:sldChg chg="modSp new mod">
        <pc:chgData name="Neville Palmer" userId="50405348-8abf-4926-b848-20a1fee86c04" providerId="ADAL" clId="{A471EB3F-CA01-4168-9BEA-3E99B206E5A8}" dt="2023-10-10T12:01:13.037" v="2382" actId="20577"/>
        <pc:sldMkLst>
          <pc:docMk/>
          <pc:sldMk cId="1642763539" sldId="263"/>
        </pc:sldMkLst>
        <pc:spChg chg="mod">
          <ac:chgData name="Neville Palmer" userId="50405348-8abf-4926-b848-20a1fee86c04" providerId="ADAL" clId="{A471EB3F-CA01-4168-9BEA-3E99B206E5A8}" dt="2023-10-10T12:01:13.037" v="2382" actId="20577"/>
          <ac:spMkLst>
            <pc:docMk/>
            <pc:sldMk cId="1642763539" sldId="263"/>
            <ac:spMk id="2" creationId="{58A03E08-5E2D-C9CF-1C5A-84CA2420ADCA}"/>
          </ac:spMkLst>
        </pc:spChg>
        <pc:spChg chg="mod">
          <ac:chgData name="Neville Palmer" userId="50405348-8abf-4926-b848-20a1fee86c04" providerId="ADAL" clId="{A471EB3F-CA01-4168-9BEA-3E99B206E5A8}" dt="2023-10-10T11:59:02.433" v="2264" actId="20577"/>
          <ac:spMkLst>
            <pc:docMk/>
            <pc:sldMk cId="1642763539" sldId="263"/>
            <ac:spMk id="3" creationId="{BB58B7C8-6327-7537-277B-8686DCA31DBF}"/>
          </ac:spMkLst>
        </pc:spChg>
      </pc:sldChg>
      <pc:sldChg chg="modSp add mod">
        <pc:chgData name="Neville Palmer" userId="50405348-8abf-4926-b848-20a1fee86c04" providerId="ADAL" clId="{A471EB3F-CA01-4168-9BEA-3E99B206E5A8}" dt="2023-10-10T12:02:45.435" v="2653" actId="20577"/>
        <pc:sldMkLst>
          <pc:docMk/>
          <pc:sldMk cId="1360283193" sldId="264"/>
        </pc:sldMkLst>
        <pc:spChg chg="mod">
          <ac:chgData name="Neville Palmer" userId="50405348-8abf-4926-b848-20a1fee86c04" providerId="ADAL" clId="{A471EB3F-CA01-4168-9BEA-3E99B206E5A8}" dt="2023-10-10T12:00:50.671" v="2351" actId="20577"/>
          <ac:spMkLst>
            <pc:docMk/>
            <pc:sldMk cId="1360283193" sldId="264"/>
            <ac:spMk id="2" creationId="{58A03E08-5E2D-C9CF-1C5A-84CA2420ADCA}"/>
          </ac:spMkLst>
        </pc:spChg>
        <pc:spChg chg="mod">
          <ac:chgData name="Neville Palmer" userId="50405348-8abf-4926-b848-20a1fee86c04" providerId="ADAL" clId="{A471EB3F-CA01-4168-9BEA-3E99B206E5A8}" dt="2023-10-10T12:02:45.435" v="2653" actId="20577"/>
          <ac:spMkLst>
            <pc:docMk/>
            <pc:sldMk cId="1360283193" sldId="264"/>
            <ac:spMk id="3" creationId="{BB58B7C8-6327-7537-277B-8686DCA31DBF}"/>
          </ac:spMkLst>
        </pc:spChg>
      </pc:sldChg>
      <pc:sldChg chg="modSp new mod">
        <pc:chgData name="Neville Palmer" userId="50405348-8abf-4926-b848-20a1fee86c04" providerId="ADAL" clId="{A471EB3F-CA01-4168-9BEA-3E99B206E5A8}" dt="2023-10-10T12:03:58.265" v="2850" actId="20577"/>
        <pc:sldMkLst>
          <pc:docMk/>
          <pc:sldMk cId="2995276551" sldId="265"/>
        </pc:sldMkLst>
        <pc:spChg chg="mod">
          <ac:chgData name="Neville Palmer" userId="50405348-8abf-4926-b848-20a1fee86c04" providerId="ADAL" clId="{A471EB3F-CA01-4168-9BEA-3E99B206E5A8}" dt="2023-10-10T12:03:02.336" v="2678" actId="20577"/>
          <ac:spMkLst>
            <pc:docMk/>
            <pc:sldMk cId="2995276551" sldId="265"/>
            <ac:spMk id="2" creationId="{D8521C66-4CD5-9E79-8BEA-D01779990DFB}"/>
          </ac:spMkLst>
        </pc:spChg>
        <pc:spChg chg="mod">
          <ac:chgData name="Neville Palmer" userId="50405348-8abf-4926-b848-20a1fee86c04" providerId="ADAL" clId="{A471EB3F-CA01-4168-9BEA-3E99B206E5A8}" dt="2023-10-10T12:03:58.265" v="2850" actId="20577"/>
          <ac:spMkLst>
            <pc:docMk/>
            <pc:sldMk cId="2995276551" sldId="265"/>
            <ac:spMk id="3" creationId="{E3E09A99-F624-8266-562F-56C947F930FD}"/>
          </ac:spMkLst>
        </pc:spChg>
      </pc:sldChg>
      <pc:sldChg chg="modSp new mod">
        <pc:chgData name="Neville Palmer" userId="50405348-8abf-4926-b848-20a1fee86c04" providerId="ADAL" clId="{A471EB3F-CA01-4168-9BEA-3E99B206E5A8}" dt="2023-10-10T12:05:28.256" v="3035" actId="15"/>
        <pc:sldMkLst>
          <pc:docMk/>
          <pc:sldMk cId="2827044574" sldId="266"/>
        </pc:sldMkLst>
        <pc:spChg chg="mod">
          <ac:chgData name="Neville Palmer" userId="50405348-8abf-4926-b848-20a1fee86c04" providerId="ADAL" clId="{A471EB3F-CA01-4168-9BEA-3E99B206E5A8}" dt="2023-10-10T12:04:08.310" v="2870" actId="20577"/>
          <ac:spMkLst>
            <pc:docMk/>
            <pc:sldMk cId="2827044574" sldId="266"/>
            <ac:spMk id="2" creationId="{70827BFC-898B-2274-0D4E-DE17E91E5A75}"/>
          </ac:spMkLst>
        </pc:spChg>
        <pc:spChg chg="mod">
          <ac:chgData name="Neville Palmer" userId="50405348-8abf-4926-b848-20a1fee86c04" providerId="ADAL" clId="{A471EB3F-CA01-4168-9BEA-3E99B206E5A8}" dt="2023-10-10T12:05:28.256" v="3035" actId="15"/>
          <ac:spMkLst>
            <pc:docMk/>
            <pc:sldMk cId="2827044574" sldId="266"/>
            <ac:spMk id="3" creationId="{79EA6B43-A533-BAA9-267A-A7500A2D44E9}"/>
          </ac:spMkLst>
        </pc:spChg>
      </pc:sldChg>
    </pc:docChg>
  </pc:docChgLst>
  <pc:docChgLst>
    <pc:chgData name="Neville Palmer" userId="50405348-8abf-4926-b848-20a1fee86c04" providerId="ADAL" clId="{A4E14DF5-FAC2-432E-A44F-99D2338DCFA9}"/>
    <pc:docChg chg="undo custSel modSld">
      <pc:chgData name="Neville Palmer" userId="50405348-8abf-4926-b848-20a1fee86c04" providerId="ADAL" clId="{A4E14DF5-FAC2-432E-A44F-99D2338DCFA9}" dt="2023-10-10T13:02:38.026" v="239" actId="6549"/>
      <pc:docMkLst>
        <pc:docMk/>
      </pc:docMkLst>
      <pc:sldChg chg="addSp delSp modSp mod modTransition addAnim delAnim modAnim">
        <pc:chgData name="Neville Palmer" userId="50405348-8abf-4926-b848-20a1fee86c04" providerId="ADAL" clId="{A4E14DF5-FAC2-432E-A44F-99D2338DCFA9}" dt="2023-10-10T12:54:41.575" v="66"/>
        <pc:sldMkLst>
          <pc:docMk/>
          <pc:sldMk cId="3405871743" sldId="256"/>
        </pc:sldMkLst>
        <pc:picChg chg="add del mod">
          <ac:chgData name="Neville Palmer" userId="50405348-8abf-4926-b848-20a1fee86c04" providerId="ADAL" clId="{A4E14DF5-FAC2-432E-A44F-99D2338DCFA9}" dt="2023-10-10T12:53:09.607" v="56"/>
          <ac:picMkLst>
            <pc:docMk/>
            <pc:sldMk cId="3405871743" sldId="256"/>
            <ac:picMk id="6" creationId="{B6543C2A-648C-186A-8870-9DE443BD9CC2}"/>
          </ac:picMkLst>
        </pc:picChg>
        <pc:picChg chg="add del mod">
          <ac:chgData name="Neville Palmer" userId="50405348-8abf-4926-b848-20a1fee86c04" providerId="ADAL" clId="{A4E14DF5-FAC2-432E-A44F-99D2338DCFA9}" dt="2023-10-10T12:53:18.400" v="57" actId="478"/>
          <ac:picMkLst>
            <pc:docMk/>
            <pc:sldMk cId="3405871743" sldId="256"/>
            <ac:picMk id="7" creationId="{4A00421F-A8FA-097F-2879-CE478D01C253}"/>
          </ac:picMkLst>
        </pc:picChg>
        <pc:picChg chg="add del mod">
          <ac:chgData name="Neville Palmer" userId="50405348-8abf-4926-b848-20a1fee86c04" providerId="ADAL" clId="{A4E14DF5-FAC2-432E-A44F-99D2338DCFA9}" dt="2023-10-10T12:34:43.355" v="5" actId="478"/>
          <ac:picMkLst>
            <pc:docMk/>
            <pc:sldMk cId="3405871743" sldId="256"/>
            <ac:picMk id="7" creationId="{9E4394A0-3799-4F5B-85A6-86DA4D207DAE}"/>
          </ac:picMkLst>
        </pc:picChg>
        <pc:picChg chg="add del mod">
          <ac:chgData name="Neville Palmer" userId="50405348-8abf-4926-b848-20a1fee86c04" providerId="ADAL" clId="{A4E14DF5-FAC2-432E-A44F-99D2338DCFA9}" dt="2023-10-10T12:34:35.027" v="4" actId="21"/>
          <ac:picMkLst>
            <pc:docMk/>
            <pc:sldMk cId="3405871743" sldId="256"/>
            <ac:picMk id="8" creationId="{7A975431-36E5-59A4-CE1C-459F45BB1C77}"/>
          </ac:picMkLst>
        </pc:picChg>
        <pc:picChg chg="add del mod">
          <ac:chgData name="Neville Palmer" userId="50405348-8abf-4926-b848-20a1fee86c04" providerId="ADAL" clId="{A4E14DF5-FAC2-432E-A44F-99D2338DCFA9}" dt="2023-10-10T12:49:37.930" v="38" actId="21"/>
          <ac:picMkLst>
            <pc:docMk/>
            <pc:sldMk cId="3405871743" sldId="256"/>
            <ac:picMk id="12" creationId="{C051E34E-4719-3B2E-C404-3A64958B5E09}"/>
          </ac:picMkLst>
        </pc:picChg>
        <pc:picChg chg="add del mod">
          <ac:chgData name="Neville Palmer" userId="50405348-8abf-4926-b848-20a1fee86c04" providerId="ADAL" clId="{A4E14DF5-FAC2-432E-A44F-99D2338DCFA9}" dt="2023-10-10T12:53:43.631" v="60"/>
          <ac:picMkLst>
            <pc:docMk/>
            <pc:sldMk cId="3405871743" sldId="256"/>
            <ac:picMk id="12" creationId="{E7341130-87E8-BCA2-3F71-DE2FC98F59B6}"/>
          </ac:picMkLst>
        </pc:picChg>
        <pc:picChg chg="add del mod">
          <ac:chgData name="Neville Palmer" userId="50405348-8abf-4926-b848-20a1fee86c04" providerId="ADAL" clId="{A4E14DF5-FAC2-432E-A44F-99D2338DCFA9}" dt="2023-10-10T12:54:28.158" v="63"/>
          <ac:picMkLst>
            <pc:docMk/>
            <pc:sldMk cId="3405871743" sldId="256"/>
            <ac:picMk id="13" creationId="{69D5D439-A020-2076-9BF7-A2B11CF3EB9C}"/>
          </ac:picMkLst>
        </pc:picChg>
        <pc:picChg chg="add del mod">
          <ac:chgData name="Neville Palmer" userId="50405348-8abf-4926-b848-20a1fee86c04" providerId="ADAL" clId="{A4E14DF5-FAC2-432E-A44F-99D2338DCFA9}" dt="2023-10-10T12:54:33.256" v="65"/>
          <ac:picMkLst>
            <pc:docMk/>
            <pc:sldMk cId="3405871743" sldId="256"/>
            <ac:picMk id="18" creationId="{3D8A87FA-AC8B-41E8-0867-C80FF236CB80}"/>
          </ac:picMkLst>
        </pc:picChg>
        <pc:picChg chg="add del mod ord">
          <ac:chgData name="Neville Palmer" userId="50405348-8abf-4926-b848-20a1fee86c04" providerId="ADAL" clId="{A4E14DF5-FAC2-432E-A44F-99D2338DCFA9}" dt="2023-10-10T12:54:41.575" v="66"/>
          <ac:picMkLst>
            <pc:docMk/>
            <pc:sldMk cId="3405871743" sldId="256"/>
            <ac:picMk id="21" creationId="{CD071F7A-A4D0-327A-B1E4-40DF7C3A467D}"/>
          </ac:picMkLst>
        </pc:picChg>
        <pc:picChg chg="add mod">
          <ac:chgData name="Neville Palmer" userId="50405348-8abf-4926-b848-20a1fee86c04" providerId="ADAL" clId="{A4E14DF5-FAC2-432E-A44F-99D2338DCFA9}" dt="2023-10-10T12:54:41.575" v="66"/>
          <ac:picMkLst>
            <pc:docMk/>
            <pc:sldMk cId="3405871743" sldId="256"/>
            <ac:picMk id="22" creationId="{65544E7E-FF47-6894-966C-9EDE6FE309D7}"/>
          </ac:picMkLst>
        </pc:picChg>
      </pc:sldChg>
      <pc:sldChg chg="addSp delSp modSp mod modTransition delAnim modAnim">
        <pc:chgData name="Neville Palmer" userId="50405348-8abf-4926-b848-20a1fee86c04" providerId="ADAL" clId="{A4E14DF5-FAC2-432E-A44F-99D2338DCFA9}" dt="2023-10-10T12:55:12.123" v="67"/>
        <pc:sldMkLst>
          <pc:docMk/>
          <pc:sldMk cId="3184357701" sldId="257"/>
        </pc:sldMkLst>
        <pc:picChg chg="add del mod">
          <ac:chgData name="Neville Palmer" userId="50405348-8abf-4926-b848-20a1fee86c04" providerId="ADAL" clId="{A4E14DF5-FAC2-432E-A44F-99D2338DCFA9}" dt="2023-10-10T12:34:03.996" v="1" actId="21"/>
          <ac:picMkLst>
            <pc:docMk/>
            <pc:sldMk cId="3184357701" sldId="257"/>
            <ac:picMk id="7" creationId="{92C7AA65-D61C-BD56-9106-5841552E31E8}"/>
          </ac:picMkLst>
        </pc:picChg>
        <pc:picChg chg="add del mod">
          <ac:chgData name="Neville Palmer" userId="50405348-8abf-4926-b848-20a1fee86c04" providerId="ADAL" clId="{A4E14DF5-FAC2-432E-A44F-99D2338DCFA9}" dt="2023-10-10T12:34:20.843" v="3" actId="478"/>
          <ac:picMkLst>
            <pc:docMk/>
            <pc:sldMk cId="3184357701" sldId="257"/>
            <ac:picMk id="8" creationId="{1DE9F6C7-C161-6069-D3EF-07D88523BD29}"/>
          </ac:picMkLst>
        </pc:picChg>
        <pc:picChg chg="add mod">
          <ac:chgData name="Neville Palmer" userId="50405348-8abf-4926-b848-20a1fee86c04" providerId="ADAL" clId="{A4E14DF5-FAC2-432E-A44F-99D2338DCFA9}" dt="2023-10-10T12:55:12.123" v="67"/>
          <ac:picMkLst>
            <pc:docMk/>
            <pc:sldMk cId="3184357701" sldId="257"/>
            <ac:picMk id="8" creationId="{6A889B3A-ADFB-4B27-E90D-796D3BA2BBDB}"/>
          </ac:picMkLst>
        </pc:picChg>
        <pc:picChg chg="add del mod">
          <ac:chgData name="Neville Palmer" userId="50405348-8abf-4926-b848-20a1fee86c04" providerId="ADAL" clId="{A4E14DF5-FAC2-432E-A44F-99D2338DCFA9}" dt="2023-10-10T12:40:24.042" v="15"/>
          <ac:picMkLst>
            <pc:docMk/>
            <pc:sldMk cId="3184357701" sldId="257"/>
            <ac:picMk id="13" creationId="{8B5FC0AC-82ED-630C-D2E3-C9738B6B15A9}"/>
          </ac:picMkLst>
        </pc:picChg>
        <pc:picChg chg="add del mod ord">
          <ac:chgData name="Neville Palmer" userId="50405348-8abf-4926-b848-20a1fee86c04" providerId="ADAL" clId="{A4E14DF5-FAC2-432E-A44F-99D2338DCFA9}" dt="2023-10-10T12:40:30.590" v="16"/>
          <ac:picMkLst>
            <pc:docMk/>
            <pc:sldMk cId="3184357701" sldId="257"/>
            <ac:picMk id="16" creationId="{69956766-8136-7CD7-BE99-C327438D35D7}"/>
          </ac:picMkLst>
        </pc:picChg>
        <pc:picChg chg="add del mod">
          <ac:chgData name="Neville Palmer" userId="50405348-8abf-4926-b848-20a1fee86c04" providerId="ADAL" clId="{A4E14DF5-FAC2-432E-A44F-99D2338DCFA9}" dt="2023-10-10T12:40:37.105" v="18"/>
          <ac:picMkLst>
            <pc:docMk/>
            <pc:sldMk cId="3184357701" sldId="257"/>
            <ac:picMk id="17" creationId="{6FD4C3D8-5C81-D2DD-5D8E-A6C38F701BFD}"/>
          </ac:picMkLst>
        </pc:picChg>
        <pc:picChg chg="add del mod ord">
          <ac:chgData name="Neville Palmer" userId="50405348-8abf-4926-b848-20a1fee86c04" providerId="ADAL" clId="{A4E14DF5-FAC2-432E-A44F-99D2338DCFA9}" dt="2023-10-10T12:41:00.507" v="19"/>
          <ac:picMkLst>
            <pc:docMk/>
            <pc:sldMk cId="3184357701" sldId="257"/>
            <ac:picMk id="20" creationId="{4A670300-98C6-2D39-5709-C21796AA0041}"/>
          </ac:picMkLst>
        </pc:picChg>
        <pc:picChg chg="add del mod">
          <ac:chgData name="Neville Palmer" userId="50405348-8abf-4926-b848-20a1fee86c04" providerId="ADAL" clId="{A4E14DF5-FAC2-432E-A44F-99D2338DCFA9}" dt="2023-10-10T12:49:59.722" v="39" actId="21"/>
          <ac:picMkLst>
            <pc:docMk/>
            <pc:sldMk cId="3184357701" sldId="257"/>
            <ac:picMk id="21" creationId="{E600A9B3-544B-A02A-73B2-8AB8A48A4080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2:57:03.228" v="72"/>
        <pc:sldMkLst>
          <pc:docMk/>
          <pc:sldMk cId="1698563975" sldId="258"/>
        </pc:sldMkLst>
        <pc:picChg chg="add del mod">
          <ac:chgData name="Neville Palmer" userId="50405348-8abf-4926-b848-20a1fee86c04" providerId="ADAL" clId="{A4E14DF5-FAC2-432E-A44F-99D2338DCFA9}" dt="2023-10-10T12:35:30.324" v="9" actId="21"/>
          <ac:picMkLst>
            <pc:docMk/>
            <pc:sldMk cId="1698563975" sldId="258"/>
            <ac:picMk id="4" creationId="{B78FDCA3-E669-D8CF-80A5-4361244B7CE5}"/>
          </ac:picMkLst>
        </pc:picChg>
        <pc:picChg chg="add del mod">
          <ac:chgData name="Neville Palmer" userId="50405348-8abf-4926-b848-20a1fee86c04" providerId="ADAL" clId="{A4E14DF5-FAC2-432E-A44F-99D2338DCFA9}" dt="2023-10-10T12:35:24.178" v="8" actId="478"/>
          <ac:picMkLst>
            <pc:docMk/>
            <pc:sldMk cId="1698563975" sldId="258"/>
            <ac:picMk id="5" creationId="{EE3210B2-473B-BF53-9FF2-C98AD204D8E6}"/>
          </ac:picMkLst>
        </pc:picChg>
        <pc:picChg chg="add mod">
          <ac:chgData name="Neville Palmer" userId="50405348-8abf-4926-b848-20a1fee86c04" providerId="ADAL" clId="{A4E14DF5-FAC2-432E-A44F-99D2338DCFA9}" dt="2023-10-10T12:57:03.228" v="72"/>
          <ac:picMkLst>
            <pc:docMk/>
            <pc:sldMk cId="1698563975" sldId="258"/>
            <ac:picMk id="6" creationId="{5BF5B7B0-BFB0-C0B6-B3C6-909F07706F91}"/>
          </ac:picMkLst>
        </pc:picChg>
        <pc:picChg chg="add del mod">
          <ac:chgData name="Neville Palmer" userId="50405348-8abf-4926-b848-20a1fee86c04" providerId="ADAL" clId="{A4E14DF5-FAC2-432E-A44F-99D2338DCFA9}" dt="2023-10-10T12:50:04.598" v="40" actId="21"/>
          <ac:picMkLst>
            <pc:docMk/>
            <pc:sldMk cId="1698563975" sldId="258"/>
            <ac:picMk id="8" creationId="{D36635B4-079F-4EB9-E6BF-CAF1122627C1}"/>
          </ac:picMkLst>
        </pc:picChg>
      </pc:sldChg>
      <pc:sldChg chg="addSp delSp modSp mod modTransition delAnim modAnim">
        <pc:chgData name="Neville Palmer" userId="50405348-8abf-4926-b848-20a1fee86c04" providerId="ADAL" clId="{A4E14DF5-FAC2-432E-A44F-99D2338DCFA9}" dt="2023-10-10T12:57:43.443" v="76"/>
        <pc:sldMkLst>
          <pc:docMk/>
          <pc:sldMk cId="4056770109" sldId="259"/>
        </pc:sldMkLst>
        <pc:picChg chg="add del mod">
          <ac:chgData name="Neville Palmer" userId="50405348-8abf-4926-b848-20a1fee86c04" providerId="ADAL" clId="{A4E14DF5-FAC2-432E-A44F-99D2338DCFA9}" dt="2023-10-10T12:35:53.728" v="11" actId="21"/>
          <ac:picMkLst>
            <pc:docMk/>
            <pc:sldMk cId="4056770109" sldId="259"/>
            <ac:picMk id="4" creationId="{FB072AD7-CE76-706C-39AB-73EA8C4F3D66}"/>
          </ac:picMkLst>
        </pc:picChg>
        <pc:picChg chg="add del mod">
          <ac:chgData name="Neville Palmer" userId="50405348-8abf-4926-b848-20a1fee86c04" providerId="ADAL" clId="{A4E14DF5-FAC2-432E-A44F-99D2338DCFA9}" dt="2023-10-10T12:35:42.585" v="10" actId="21"/>
          <ac:picMkLst>
            <pc:docMk/>
            <pc:sldMk cId="4056770109" sldId="259"/>
            <ac:picMk id="5" creationId="{1267FD36-8382-4424-11E3-0C70D24FCB66}"/>
          </ac:picMkLst>
        </pc:picChg>
        <pc:picChg chg="add del mod">
          <ac:chgData name="Neville Palmer" userId="50405348-8abf-4926-b848-20a1fee86c04" providerId="ADAL" clId="{A4E14DF5-FAC2-432E-A44F-99D2338DCFA9}" dt="2023-10-10T12:57:25.142" v="75"/>
          <ac:picMkLst>
            <pc:docMk/>
            <pc:sldMk cId="4056770109" sldId="259"/>
            <ac:picMk id="6" creationId="{E194540B-7CCE-DA27-9992-F7EA55B3A15C}"/>
          </ac:picMkLst>
        </pc:picChg>
        <pc:picChg chg="add del mod">
          <ac:chgData name="Neville Palmer" userId="50405348-8abf-4926-b848-20a1fee86c04" providerId="ADAL" clId="{A4E14DF5-FAC2-432E-A44F-99D2338DCFA9}" dt="2023-10-10T12:50:09.881" v="41" actId="21"/>
          <ac:picMkLst>
            <pc:docMk/>
            <pc:sldMk cId="4056770109" sldId="259"/>
            <ac:picMk id="8" creationId="{8C531E5D-919D-A196-68A8-B3A293D82852}"/>
          </ac:picMkLst>
        </pc:picChg>
        <pc:picChg chg="add del mod ord">
          <ac:chgData name="Neville Palmer" userId="50405348-8abf-4926-b848-20a1fee86c04" providerId="ADAL" clId="{A4E14DF5-FAC2-432E-A44F-99D2338DCFA9}" dt="2023-10-10T12:57:43.443" v="76"/>
          <ac:picMkLst>
            <pc:docMk/>
            <pc:sldMk cId="4056770109" sldId="259"/>
            <ac:picMk id="9" creationId="{BD6BB061-9FEE-DA5A-6DD0-01AFF6C2F71E}"/>
          </ac:picMkLst>
        </pc:picChg>
        <pc:picChg chg="add mod">
          <ac:chgData name="Neville Palmer" userId="50405348-8abf-4926-b848-20a1fee86c04" providerId="ADAL" clId="{A4E14DF5-FAC2-432E-A44F-99D2338DCFA9}" dt="2023-10-10T12:57:43.443" v="76"/>
          <ac:picMkLst>
            <pc:docMk/>
            <pc:sldMk cId="4056770109" sldId="259"/>
            <ac:picMk id="10" creationId="{97530A5D-6D40-E451-63DD-B52E5AC8EF7C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2:58:07.457" v="77"/>
        <pc:sldMkLst>
          <pc:docMk/>
          <pc:sldMk cId="3973430024" sldId="260"/>
        </pc:sldMkLst>
        <pc:picChg chg="add del mod">
          <ac:chgData name="Neville Palmer" userId="50405348-8abf-4926-b848-20a1fee86c04" providerId="ADAL" clId="{A4E14DF5-FAC2-432E-A44F-99D2338DCFA9}" dt="2023-10-10T12:42:26.086" v="22"/>
          <ac:picMkLst>
            <pc:docMk/>
            <pc:sldMk cId="3973430024" sldId="260"/>
            <ac:picMk id="4" creationId="{82FFD884-122A-2A48-06C3-DFF2E8A4A4B4}"/>
          </ac:picMkLst>
        </pc:picChg>
        <pc:picChg chg="add del mod">
          <ac:chgData name="Neville Palmer" userId="50405348-8abf-4926-b848-20a1fee86c04" providerId="ADAL" clId="{A4E14DF5-FAC2-432E-A44F-99D2338DCFA9}" dt="2023-10-10T12:42:26.086" v="22"/>
          <ac:picMkLst>
            <pc:docMk/>
            <pc:sldMk cId="3973430024" sldId="260"/>
            <ac:picMk id="5" creationId="{6EF22A35-DB83-BC0E-0CE1-BA4128B93D56}"/>
          </ac:picMkLst>
        </pc:picChg>
        <pc:picChg chg="add del mod">
          <ac:chgData name="Neville Palmer" userId="50405348-8abf-4926-b848-20a1fee86c04" providerId="ADAL" clId="{A4E14DF5-FAC2-432E-A44F-99D2338DCFA9}" dt="2023-10-10T12:50:20.894" v="43" actId="21"/>
          <ac:picMkLst>
            <pc:docMk/>
            <pc:sldMk cId="3973430024" sldId="260"/>
            <ac:picMk id="6" creationId="{7F01A66A-AAD4-B897-90DE-03989F5DD1D8}"/>
          </ac:picMkLst>
        </pc:picChg>
        <pc:picChg chg="add mod">
          <ac:chgData name="Neville Palmer" userId="50405348-8abf-4926-b848-20a1fee86c04" providerId="ADAL" clId="{A4E14DF5-FAC2-432E-A44F-99D2338DCFA9}" dt="2023-10-10T12:58:07.457" v="77"/>
          <ac:picMkLst>
            <pc:docMk/>
            <pc:sldMk cId="3973430024" sldId="260"/>
            <ac:picMk id="6" creationId="{9828BBEF-98A8-4C90-7400-8E00AAA6FF96}"/>
          </ac:picMkLst>
        </pc:picChg>
        <pc:picChg chg="add del mod">
          <ac:chgData name="Neville Palmer" userId="50405348-8abf-4926-b848-20a1fee86c04" providerId="ADAL" clId="{A4E14DF5-FAC2-432E-A44F-99D2338DCFA9}" dt="2023-10-10T12:50:14.434" v="42" actId="21"/>
          <ac:picMkLst>
            <pc:docMk/>
            <pc:sldMk cId="3973430024" sldId="260"/>
            <ac:picMk id="7" creationId="{853E0D7E-B8A8-B792-FCE5-7876E68D12B3}"/>
          </ac:picMkLst>
        </pc:picChg>
      </pc:sldChg>
      <pc:sldChg chg="addSp delSp modSp mod modTransition modAnim">
        <pc:chgData name="Neville Palmer" userId="50405348-8abf-4926-b848-20a1fee86c04" providerId="ADAL" clId="{A4E14DF5-FAC2-432E-A44F-99D2338DCFA9}" dt="2023-10-10T12:56:25.744" v="71"/>
        <pc:sldMkLst>
          <pc:docMk/>
          <pc:sldMk cId="4062439966" sldId="261"/>
        </pc:sldMkLst>
        <pc:picChg chg="add del mod">
          <ac:chgData name="Neville Palmer" userId="50405348-8abf-4926-b848-20a1fee86c04" providerId="ADAL" clId="{A4E14DF5-FAC2-432E-A44F-99D2338DCFA9}" dt="2023-10-10T12:35:05.997" v="7" actId="478"/>
          <ac:picMkLst>
            <pc:docMk/>
            <pc:sldMk cId="4062439966" sldId="261"/>
            <ac:picMk id="4" creationId="{BF92D38E-F4AF-0071-CFCA-28F82B2E1EC3}"/>
          </ac:picMkLst>
        </pc:picChg>
        <pc:picChg chg="add del mod">
          <ac:chgData name="Neville Palmer" userId="50405348-8abf-4926-b848-20a1fee86c04" providerId="ADAL" clId="{A4E14DF5-FAC2-432E-A44F-99D2338DCFA9}" dt="2023-10-10T12:34:55.286" v="6" actId="21"/>
          <ac:picMkLst>
            <pc:docMk/>
            <pc:sldMk cId="4062439966" sldId="261"/>
            <ac:picMk id="5" creationId="{1B69A90F-AEB9-0619-D661-F878E818013D}"/>
          </ac:picMkLst>
        </pc:picChg>
        <pc:picChg chg="add del mod">
          <ac:chgData name="Neville Palmer" userId="50405348-8abf-4926-b848-20a1fee86c04" providerId="ADAL" clId="{A4E14DF5-FAC2-432E-A44F-99D2338DCFA9}" dt="2023-10-10T12:55:50.826" v="70"/>
          <ac:picMkLst>
            <pc:docMk/>
            <pc:sldMk cId="4062439966" sldId="261"/>
            <ac:picMk id="6" creationId="{214061D6-F203-CAE1-43E0-E11534311900}"/>
          </ac:picMkLst>
        </pc:picChg>
        <pc:picChg chg="add del mod ord">
          <ac:chgData name="Neville Palmer" userId="50405348-8abf-4926-b848-20a1fee86c04" providerId="ADAL" clId="{A4E14DF5-FAC2-432E-A44F-99D2338DCFA9}" dt="2023-10-10T12:56:25.744" v="71"/>
          <ac:picMkLst>
            <pc:docMk/>
            <pc:sldMk cId="4062439966" sldId="261"/>
            <ac:picMk id="9" creationId="{EEA6BB75-C895-5BDE-1CF5-CD728D439480}"/>
          </ac:picMkLst>
        </pc:picChg>
        <pc:picChg chg="add mod">
          <ac:chgData name="Neville Palmer" userId="50405348-8abf-4926-b848-20a1fee86c04" providerId="ADAL" clId="{A4E14DF5-FAC2-432E-A44F-99D2338DCFA9}" dt="2023-10-10T12:56:25.744" v="71"/>
          <ac:picMkLst>
            <pc:docMk/>
            <pc:sldMk cId="4062439966" sldId="261"/>
            <ac:picMk id="10" creationId="{403B98D7-7745-0DD5-6026-DE828F82734B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2:58:36.060" v="78"/>
        <pc:sldMkLst>
          <pc:docMk/>
          <pc:sldMk cId="677054620" sldId="262"/>
        </pc:sldMkLst>
        <pc:picChg chg="add del mod">
          <ac:chgData name="Neville Palmer" userId="50405348-8abf-4926-b848-20a1fee86c04" providerId="ADAL" clId="{A4E14DF5-FAC2-432E-A44F-99D2338DCFA9}" dt="2023-10-10T12:42:55.029" v="23"/>
          <ac:picMkLst>
            <pc:docMk/>
            <pc:sldMk cId="677054620" sldId="262"/>
            <ac:picMk id="4" creationId="{AF617BF5-4EC1-6DB7-4B16-40A0200FB788}"/>
          </ac:picMkLst>
        </pc:picChg>
        <pc:picChg chg="add del mod">
          <ac:chgData name="Neville Palmer" userId="50405348-8abf-4926-b848-20a1fee86c04" providerId="ADAL" clId="{A4E14DF5-FAC2-432E-A44F-99D2338DCFA9}" dt="2023-10-10T12:42:55.029" v="23"/>
          <ac:picMkLst>
            <pc:docMk/>
            <pc:sldMk cId="677054620" sldId="262"/>
            <ac:picMk id="5" creationId="{81C50983-B851-64AD-D192-1F2BB4AE6859}"/>
          </ac:picMkLst>
        </pc:picChg>
        <pc:picChg chg="add del mod">
          <ac:chgData name="Neville Palmer" userId="50405348-8abf-4926-b848-20a1fee86c04" providerId="ADAL" clId="{A4E14DF5-FAC2-432E-A44F-99D2338DCFA9}" dt="2023-10-10T12:50:47.350" v="45" actId="478"/>
          <ac:picMkLst>
            <pc:docMk/>
            <pc:sldMk cId="677054620" sldId="262"/>
            <ac:picMk id="6" creationId="{B55B911B-517F-6C20-08C3-E12ACC5DD7F0}"/>
          </ac:picMkLst>
        </pc:picChg>
        <pc:picChg chg="add mod">
          <ac:chgData name="Neville Palmer" userId="50405348-8abf-4926-b848-20a1fee86c04" providerId="ADAL" clId="{A4E14DF5-FAC2-432E-A44F-99D2338DCFA9}" dt="2023-10-10T12:58:36.060" v="78"/>
          <ac:picMkLst>
            <pc:docMk/>
            <pc:sldMk cId="677054620" sldId="262"/>
            <ac:picMk id="6" creationId="{E8A942C6-768F-627D-4CAA-E31CFBEEE865}"/>
          </ac:picMkLst>
        </pc:picChg>
        <pc:picChg chg="add del mod">
          <ac:chgData name="Neville Palmer" userId="50405348-8abf-4926-b848-20a1fee86c04" providerId="ADAL" clId="{A4E14DF5-FAC2-432E-A44F-99D2338DCFA9}" dt="2023-10-10T12:50:43.545" v="44" actId="21"/>
          <ac:picMkLst>
            <pc:docMk/>
            <pc:sldMk cId="677054620" sldId="262"/>
            <ac:picMk id="7" creationId="{8FAEA132-CCA8-9BC8-AC78-8A2A7792F037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3:02:38.026" v="239" actId="6549"/>
        <pc:sldMkLst>
          <pc:docMk/>
          <pc:sldMk cId="1642763539" sldId="263"/>
        </pc:sldMkLst>
        <pc:spChg chg="mod">
          <ac:chgData name="Neville Palmer" userId="50405348-8abf-4926-b848-20a1fee86c04" providerId="ADAL" clId="{A4E14DF5-FAC2-432E-A44F-99D2338DCFA9}" dt="2023-10-10T13:02:38.026" v="239" actId="6549"/>
          <ac:spMkLst>
            <pc:docMk/>
            <pc:sldMk cId="1642763539" sldId="263"/>
            <ac:spMk id="3" creationId="{BB58B7C8-6327-7537-277B-8686DCA31DBF}"/>
          </ac:spMkLst>
        </pc:spChg>
        <pc:picChg chg="add del mod">
          <ac:chgData name="Neville Palmer" userId="50405348-8abf-4926-b848-20a1fee86c04" providerId="ADAL" clId="{A4E14DF5-FAC2-432E-A44F-99D2338DCFA9}" dt="2023-10-10T12:44:30.257" v="29"/>
          <ac:picMkLst>
            <pc:docMk/>
            <pc:sldMk cId="1642763539" sldId="263"/>
            <ac:picMk id="4" creationId="{5851D8DB-BB88-EEA3-89B1-CC0B5FBF4993}"/>
          </ac:picMkLst>
        </pc:picChg>
        <pc:picChg chg="add del mod">
          <ac:chgData name="Neville Palmer" userId="50405348-8abf-4926-b848-20a1fee86c04" providerId="ADAL" clId="{A4E14DF5-FAC2-432E-A44F-99D2338DCFA9}" dt="2023-10-10T12:44:30.257" v="29"/>
          <ac:picMkLst>
            <pc:docMk/>
            <pc:sldMk cId="1642763539" sldId="263"/>
            <ac:picMk id="5" creationId="{B7A5982C-C63B-E202-6BD2-64C0BD70C56B}"/>
          </ac:picMkLst>
        </pc:picChg>
        <pc:picChg chg="add del mod">
          <ac:chgData name="Neville Palmer" userId="50405348-8abf-4926-b848-20a1fee86c04" providerId="ADAL" clId="{A4E14DF5-FAC2-432E-A44F-99D2338DCFA9}" dt="2023-10-10T12:50:52.388" v="47" actId="478"/>
          <ac:picMkLst>
            <pc:docMk/>
            <pc:sldMk cId="1642763539" sldId="263"/>
            <ac:picMk id="6" creationId="{77EA7302-095B-27B1-F863-8747BE2F3CFE}"/>
          </ac:picMkLst>
        </pc:picChg>
        <pc:picChg chg="add mod">
          <ac:chgData name="Neville Palmer" userId="50405348-8abf-4926-b848-20a1fee86c04" providerId="ADAL" clId="{A4E14DF5-FAC2-432E-A44F-99D2338DCFA9}" dt="2023-10-10T12:59:48.059" v="79"/>
          <ac:picMkLst>
            <pc:docMk/>
            <pc:sldMk cId="1642763539" sldId="263"/>
            <ac:picMk id="6" creationId="{C411A1AD-0D5D-3504-6384-D05691B18343}"/>
          </ac:picMkLst>
        </pc:picChg>
        <pc:picChg chg="add del mod">
          <ac:chgData name="Neville Palmer" userId="50405348-8abf-4926-b848-20a1fee86c04" providerId="ADAL" clId="{A4E14DF5-FAC2-432E-A44F-99D2338DCFA9}" dt="2023-10-10T12:50:50.493" v="46" actId="478"/>
          <ac:picMkLst>
            <pc:docMk/>
            <pc:sldMk cId="1642763539" sldId="263"/>
            <ac:picMk id="7" creationId="{F921AF9D-1E4A-FDCB-06DB-5CCBE94C8392}"/>
          </ac:picMkLst>
        </pc:picChg>
      </pc:sldChg>
      <pc:sldChg chg="addSp delSp modSp mod modTransition delAnim modAnim">
        <pc:chgData name="Neville Palmer" userId="50405348-8abf-4926-b848-20a1fee86c04" providerId="ADAL" clId="{A4E14DF5-FAC2-432E-A44F-99D2338DCFA9}" dt="2023-10-10T13:00:32.610" v="80"/>
        <pc:sldMkLst>
          <pc:docMk/>
          <pc:sldMk cId="1360283193" sldId="264"/>
        </pc:sldMkLst>
        <pc:picChg chg="add del mod">
          <ac:chgData name="Neville Palmer" userId="50405348-8abf-4926-b848-20a1fee86c04" providerId="ADAL" clId="{A4E14DF5-FAC2-432E-A44F-99D2338DCFA9}" dt="2023-10-10T12:43:17.151" v="24"/>
          <ac:picMkLst>
            <pc:docMk/>
            <pc:sldMk cId="1360283193" sldId="264"/>
            <ac:picMk id="4" creationId="{DA441F5F-6324-0C08-DA54-6C26D045CE90}"/>
          </ac:picMkLst>
        </pc:picChg>
        <pc:picChg chg="add del mod">
          <ac:chgData name="Neville Palmer" userId="50405348-8abf-4926-b848-20a1fee86c04" providerId="ADAL" clId="{A4E14DF5-FAC2-432E-A44F-99D2338DCFA9}" dt="2023-10-10T12:43:17.151" v="24"/>
          <ac:picMkLst>
            <pc:docMk/>
            <pc:sldMk cId="1360283193" sldId="264"/>
            <ac:picMk id="5" creationId="{DC6ABACD-F960-AEF2-14E3-51057E055924}"/>
          </ac:picMkLst>
        </pc:picChg>
        <pc:picChg chg="add mod">
          <ac:chgData name="Neville Palmer" userId="50405348-8abf-4926-b848-20a1fee86c04" providerId="ADAL" clId="{A4E14DF5-FAC2-432E-A44F-99D2338DCFA9}" dt="2023-10-10T13:00:32.610" v="80"/>
          <ac:picMkLst>
            <pc:docMk/>
            <pc:sldMk cId="1360283193" sldId="264"/>
            <ac:picMk id="6" creationId="{09CA3B95-F65D-B228-E862-337CB2E118CA}"/>
          </ac:picMkLst>
        </pc:picChg>
        <pc:picChg chg="add del mod">
          <ac:chgData name="Neville Palmer" userId="50405348-8abf-4926-b848-20a1fee86c04" providerId="ADAL" clId="{A4E14DF5-FAC2-432E-A44F-99D2338DCFA9}" dt="2023-10-10T12:43:25.376" v="27"/>
          <ac:picMkLst>
            <pc:docMk/>
            <pc:sldMk cId="1360283193" sldId="264"/>
            <ac:picMk id="6" creationId="{A12BC672-8A74-6BB9-B53A-EBA20B4355F9}"/>
          </ac:picMkLst>
        </pc:picChg>
        <pc:picChg chg="add del mod">
          <ac:chgData name="Neville Palmer" userId="50405348-8abf-4926-b848-20a1fee86c04" providerId="ADAL" clId="{A4E14DF5-FAC2-432E-A44F-99D2338DCFA9}" dt="2023-10-10T12:43:25.376" v="27"/>
          <ac:picMkLst>
            <pc:docMk/>
            <pc:sldMk cId="1360283193" sldId="264"/>
            <ac:picMk id="7" creationId="{EF94A0F4-6BD3-F7A7-DFCD-4CCAAF2BD6D9}"/>
          </ac:picMkLst>
        </pc:picChg>
        <pc:picChg chg="add del mod ord">
          <ac:chgData name="Neville Palmer" userId="50405348-8abf-4926-b848-20a1fee86c04" providerId="ADAL" clId="{A4E14DF5-FAC2-432E-A44F-99D2338DCFA9}" dt="2023-10-10T12:43:30.329" v="28"/>
          <ac:picMkLst>
            <pc:docMk/>
            <pc:sldMk cId="1360283193" sldId="264"/>
            <ac:picMk id="12" creationId="{19174EAC-3547-D0D0-F04F-CCB246F7B9B3}"/>
          </ac:picMkLst>
        </pc:picChg>
        <pc:picChg chg="add del mod ord">
          <ac:chgData name="Neville Palmer" userId="50405348-8abf-4926-b848-20a1fee86c04" providerId="ADAL" clId="{A4E14DF5-FAC2-432E-A44F-99D2338DCFA9}" dt="2023-10-10T12:43:30.329" v="28"/>
          <ac:picMkLst>
            <pc:docMk/>
            <pc:sldMk cId="1360283193" sldId="264"/>
            <ac:picMk id="13" creationId="{7A094A2E-A557-1395-9441-A8A4653C95E4}"/>
          </ac:picMkLst>
        </pc:picChg>
        <pc:picChg chg="add del mod">
          <ac:chgData name="Neville Palmer" userId="50405348-8abf-4926-b848-20a1fee86c04" providerId="ADAL" clId="{A4E14DF5-FAC2-432E-A44F-99D2338DCFA9}" dt="2023-10-10T12:44:39.826" v="32"/>
          <ac:picMkLst>
            <pc:docMk/>
            <pc:sldMk cId="1360283193" sldId="264"/>
            <ac:picMk id="14" creationId="{0883905A-2F35-D96F-2674-8D3F400F7E21}"/>
          </ac:picMkLst>
        </pc:picChg>
        <pc:picChg chg="add del mod">
          <ac:chgData name="Neville Palmer" userId="50405348-8abf-4926-b848-20a1fee86c04" providerId="ADAL" clId="{A4E14DF5-FAC2-432E-A44F-99D2338DCFA9}" dt="2023-10-10T12:44:39.826" v="32"/>
          <ac:picMkLst>
            <pc:docMk/>
            <pc:sldMk cId="1360283193" sldId="264"/>
            <ac:picMk id="15" creationId="{EBACA62D-938F-3EE4-9A52-2F9B9B281A72}"/>
          </ac:picMkLst>
        </pc:picChg>
        <pc:picChg chg="add del mod ord">
          <ac:chgData name="Neville Palmer" userId="50405348-8abf-4926-b848-20a1fee86c04" providerId="ADAL" clId="{A4E14DF5-FAC2-432E-A44F-99D2338DCFA9}" dt="2023-10-10T12:45:12.366" v="33"/>
          <ac:picMkLst>
            <pc:docMk/>
            <pc:sldMk cId="1360283193" sldId="264"/>
            <ac:picMk id="22" creationId="{C9E87845-EEA0-B24B-309A-7705C598FDA5}"/>
          </ac:picMkLst>
        </pc:picChg>
        <pc:picChg chg="add del mod ord">
          <ac:chgData name="Neville Palmer" userId="50405348-8abf-4926-b848-20a1fee86c04" providerId="ADAL" clId="{A4E14DF5-FAC2-432E-A44F-99D2338DCFA9}" dt="2023-10-10T12:45:12.366" v="33"/>
          <ac:picMkLst>
            <pc:docMk/>
            <pc:sldMk cId="1360283193" sldId="264"/>
            <ac:picMk id="23" creationId="{9382DCF7-D7BF-F2DE-FF4A-73E6602FC4DE}"/>
          </ac:picMkLst>
        </pc:picChg>
        <pc:picChg chg="add del mod">
          <ac:chgData name="Neville Palmer" userId="50405348-8abf-4926-b848-20a1fee86c04" providerId="ADAL" clId="{A4E14DF5-FAC2-432E-A44F-99D2338DCFA9}" dt="2023-10-10T12:50:59.032" v="49" actId="478"/>
          <ac:picMkLst>
            <pc:docMk/>
            <pc:sldMk cId="1360283193" sldId="264"/>
            <ac:picMk id="24" creationId="{B58F8C28-83C8-E4AE-E9CF-E2F94EA0D6EC}"/>
          </ac:picMkLst>
        </pc:picChg>
        <pc:picChg chg="add del mod">
          <ac:chgData name="Neville Palmer" userId="50405348-8abf-4926-b848-20a1fee86c04" providerId="ADAL" clId="{A4E14DF5-FAC2-432E-A44F-99D2338DCFA9}" dt="2023-10-10T12:50:55.977" v="48" actId="478"/>
          <ac:picMkLst>
            <pc:docMk/>
            <pc:sldMk cId="1360283193" sldId="264"/>
            <ac:picMk id="25" creationId="{AB9930FD-CC4F-B432-97D0-F9945A288CD4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3:00:57.443" v="81"/>
        <pc:sldMkLst>
          <pc:docMk/>
          <pc:sldMk cId="2995276551" sldId="265"/>
        </pc:sldMkLst>
        <pc:picChg chg="add del mod">
          <ac:chgData name="Neville Palmer" userId="50405348-8abf-4926-b848-20a1fee86c04" providerId="ADAL" clId="{A4E14DF5-FAC2-432E-A44F-99D2338DCFA9}" dt="2023-10-10T12:45:48.082" v="34"/>
          <ac:picMkLst>
            <pc:docMk/>
            <pc:sldMk cId="2995276551" sldId="265"/>
            <ac:picMk id="4" creationId="{E37E243B-A8C6-8C70-A9F8-F698B31B5B18}"/>
          </ac:picMkLst>
        </pc:picChg>
        <pc:picChg chg="add del mod">
          <ac:chgData name="Neville Palmer" userId="50405348-8abf-4926-b848-20a1fee86c04" providerId="ADAL" clId="{A4E14DF5-FAC2-432E-A44F-99D2338DCFA9}" dt="2023-10-10T12:45:48.082" v="34"/>
          <ac:picMkLst>
            <pc:docMk/>
            <pc:sldMk cId="2995276551" sldId="265"/>
            <ac:picMk id="5" creationId="{4CE6C1EE-6B62-D6DF-760E-AD984E1DE1B8}"/>
          </ac:picMkLst>
        </pc:picChg>
        <pc:picChg chg="add del mod">
          <ac:chgData name="Neville Palmer" userId="50405348-8abf-4926-b848-20a1fee86c04" providerId="ADAL" clId="{A4E14DF5-FAC2-432E-A44F-99D2338DCFA9}" dt="2023-10-10T12:51:05.033" v="51" actId="478"/>
          <ac:picMkLst>
            <pc:docMk/>
            <pc:sldMk cId="2995276551" sldId="265"/>
            <ac:picMk id="6" creationId="{2E53C93A-D54F-508B-424E-310135699CBD}"/>
          </ac:picMkLst>
        </pc:picChg>
        <pc:picChg chg="add mod">
          <ac:chgData name="Neville Palmer" userId="50405348-8abf-4926-b848-20a1fee86c04" providerId="ADAL" clId="{A4E14DF5-FAC2-432E-A44F-99D2338DCFA9}" dt="2023-10-10T13:00:57.443" v="81"/>
          <ac:picMkLst>
            <pc:docMk/>
            <pc:sldMk cId="2995276551" sldId="265"/>
            <ac:picMk id="6" creationId="{5FAA1850-7644-D207-8560-064D96047E1E}"/>
          </ac:picMkLst>
        </pc:picChg>
        <pc:picChg chg="add del mod">
          <ac:chgData name="Neville Palmer" userId="50405348-8abf-4926-b848-20a1fee86c04" providerId="ADAL" clId="{A4E14DF5-FAC2-432E-A44F-99D2338DCFA9}" dt="2023-10-10T12:51:01.736" v="50" actId="478"/>
          <ac:picMkLst>
            <pc:docMk/>
            <pc:sldMk cId="2995276551" sldId="265"/>
            <ac:picMk id="7" creationId="{DC977709-8F49-FDB9-6128-DC51EBEF3B54}"/>
          </ac:picMkLst>
        </pc:picChg>
      </pc:sldChg>
      <pc:sldChg chg="addSp delSp modSp mod modTransition delAnim">
        <pc:chgData name="Neville Palmer" userId="50405348-8abf-4926-b848-20a1fee86c04" providerId="ADAL" clId="{A4E14DF5-FAC2-432E-A44F-99D2338DCFA9}" dt="2023-10-10T13:02:06.351" v="99" actId="20577"/>
        <pc:sldMkLst>
          <pc:docMk/>
          <pc:sldMk cId="2827044574" sldId="266"/>
        </pc:sldMkLst>
        <pc:spChg chg="mod">
          <ac:chgData name="Neville Palmer" userId="50405348-8abf-4926-b848-20a1fee86c04" providerId="ADAL" clId="{A4E14DF5-FAC2-432E-A44F-99D2338DCFA9}" dt="2023-10-10T13:02:06.351" v="99" actId="20577"/>
          <ac:spMkLst>
            <pc:docMk/>
            <pc:sldMk cId="2827044574" sldId="266"/>
            <ac:spMk id="3" creationId="{79EA6B43-A533-BAA9-267A-A7500A2D44E9}"/>
          </ac:spMkLst>
        </pc:spChg>
        <pc:picChg chg="add del mod">
          <ac:chgData name="Neville Palmer" userId="50405348-8abf-4926-b848-20a1fee86c04" providerId="ADAL" clId="{A4E14DF5-FAC2-432E-A44F-99D2338DCFA9}" dt="2023-10-10T12:46:26.226" v="35"/>
          <ac:picMkLst>
            <pc:docMk/>
            <pc:sldMk cId="2827044574" sldId="266"/>
            <ac:picMk id="4" creationId="{BDE0AA75-EC85-9A1E-7F2F-F5F8B53741CC}"/>
          </ac:picMkLst>
        </pc:picChg>
        <pc:picChg chg="add del mod">
          <ac:chgData name="Neville Palmer" userId="50405348-8abf-4926-b848-20a1fee86c04" providerId="ADAL" clId="{A4E14DF5-FAC2-432E-A44F-99D2338DCFA9}" dt="2023-10-10T12:46:26.226" v="35"/>
          <ac:picMkLst>
            <pc:docMk/>
            <pc:sldMk cId="2827044574" sldId="266"/>
            <ac:picMk id="5" creationId="{ACFBE436-0C24-02E4-7A42-2117FFAF4264}"/>
          </ac:picMkLst>
        </pc:picChg>
        <pc:picChg chg="add mod">
          <ac:chgData name="Neville Palmer" userId="50405348-8abf-4926-b848-20a1fee86c04" providerId="ADAL" clId="{A4E14DF5-FAC2-432E-A44F-99D2338DCFA9}" dt="2023-10-10T13:01:38.585" v="82"/>
          <ac:picMkLst>
            <pc:docMk/>
            <pc:sldMk cId="2827044574" sldId="266"/>
            <ac:picMk id="6" creationId="{29AA2164-95EE-92AF-72F9-17D857EBC259}"/>
          </ac:picMkLst>
        </pc:picChg>
        <pc:picChg chg="add del mod">
          <ac:chgData name="Neville Palmer" userId="50405348-8abf-4926-b848-20a1fee86c04" providerId="ADAL" clId="{A4E14DF5-FAC2-432E-A44F-99D2338DCFA9}" dt="2023-10-10T12:51:10.147" v="53" actId="478"/>
          <ac:picMkLst>
            <pc:docMk/>
            <pc:sldMk cId="2827044574" sldId="266"/>
            <ac:picMk id="6" creationId="{D316C90A-44B0-B04F-06AB-77ABA5B72576}"/>
          </ac:picMkLst>
        </pc:picChg>
        <pc:picChg chg="add del mod">
          <ac:chgData name="Neville Palmer" userId="50405348-8abf-4926-b848-20a1fee86c04" providerId="ADAL" clId="{A4E14DF5-FAC2-432E-A44F-99D2338DCFA9}" dt="2023-10-10T12:51:07.975" v="52" actId="478"/>
          <ac:picMkLst>
            <pc:docMk/>
            <pc:sldMk cId="2827044574" sldId="266"/>
            <ac:picMk id="7" creationId="{95E08E22-45E6-FC60-CEA3-97382D8DBDD7}"/>
          </ac:picMkLst>
        </pc:picChg>
      </pc:sldChg>
    </pc:docChg>
  </pc:docChgLst>
  <pc:docChgLst>
    <pc:chgData name="Neville Palmer" userId="50405348-8abf-4926-b848-20a1fee86c04" providerId="ADAL" clId="{2162BF1A-DADF-42FA-A07D-BE4BC0D8D70A}"/>
    <pc:docChg chg="custSel addSld modSld sldOrd">
      <pc:chgData name="Neville Palmer" userId="50405348-8abf-4926-b848-20a1fee86c04" providerId="ADAL" clId="{2162BF1A-DADF-42FA-A07D-BE4BC0D8D70A}" dt="2023-10-11T11:22:25.380" v="890"/>
      <pc:docMkLst>
        <pc:docMk/>
      </pc:docMkLst>
      <pc:sldChg chg="addSp delSp modSp mod modTransition modAnim">
        <pc:chgData name="Neville Palmer" userId="50405348-8abf-4926-b848-20a1fee86c04" providerId="ADAL" clId="{2162BF1A-DADF-42FA-A07D-BE4BC0D8D70A}" dt="2023-10-10T19:14:33.270" v="215"/>
        <pc:sldMkLst>
          <pc:docMk/>
          <pc:sldMk cId="3405871743" sldId="256"/>
        </pc:sldMkLst>
        <pc:picChg chg="add del mod ord">
          <ac:chgData name="Neville Palmer" userId="50405348-8abf-4926-b848-20a1fee86c04" providerId="ADAL" clId="{2162BF1A-DADF-42FA-A07D-BE4BC0D8D70A}" dt="2023-10-10T19:14:33.270" v="215"/>
          <ac:picMkLst>
            <pc:docMk/>
            <pc:sldMk cId="3405871743" sldId="256"/>
            <ac:picMk id="5" creationId="{79402C42-9134-7311-00BB-1B74CEB85D0A}"/>
          </ac:picMkLst>
        </pc:picChg>
        <pc:picChg chg="add mod">
          <ac:chgData name="Neville Palmer" userId="50405348-8abf-4926-b848-20a1fee86c04" providerId="ADAL" clId="{2162BF1A-DADF-42FA-A07D-BE4BC0D8D70A}" dt="2023-10-10T19:14:33.270" v="215"/>
          <ac:picMkLst>
            <pc:docMk/>
            <pc:sldMk cId="3405871743" sldId="256"/>
            <ac:picMk id="6" creationId="{59F81D48-5BFD-3CBC-EB7B-819DA1C67E02}"/>
          </ac:picMkLst>
        </pc:picChg>
        <pc:picChg chg="del">
          <ac:chgData name="Neville Palmer" userId="50405348-8abf-4926-b848-20a1fee86c04" providerId="ADAL" clId="{2162BF1A-DADF-42FA-A07D-BE4BC0D8D70A}" dt="2023-10-10T19:14:24.150" v="214"/>
          <ac:picMkLst>
            <pc:docMk/>
            <pc:sldMk cId="3405871743" sldId="256"/>
            <ac:picMk id="22" creationId="{65544E7E-FF47-6894-966C-9EDE6FE309D7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1T11:22:25.380" v="890"/>
        <pc:sldMkLst>
          <pc:docMk/>
          <pc:sldMk cId="3184357701" sldId="257"/>
        </pc:sldMkLst>
        <pc:spChg chg="mod">
          <ac:chgData name="Neville Palmer" userId="50405348-8abf-4926-b848-20a1fee86c04" providerId="ADAL" clId="{2162BF1A-DADF-42FA-A07D-BE4BC0D8D70A}" dt="2023-10-11T11:21:14.602" v="881" actId="6549"/>
          <ac:spMkLst>
            <pc:docMk/>
            <pc:sldMk cId="3184357701" sldId="257"/>
            <ac:spMk id="3" creationId="{954CEE38-1827-4447-B489-4225613D5726}"/>
          </ac:spMkLst>
        </pc:spChg>
        <pc:picChg chg="add del mod ord">
          <ac:chgData name="Neville Palmer" userId="50405348-8abf-4926-b848-20a1fee86c04" providerId="ADAL" clId="{2162BF1A-DADF-42FA-A07D-BE4BC0D8D70A}" dt="2023-10-11T11:21:44.716" v="884"/>
          <ac:picMkLst>
            <pc:docMk/>
            <pc:sldMk cId="3184357701" sldId="257"/>
            <ac:picMk id="5" creationId="{4ADE716B-D364-3BD5-C9B8-488869622D0E}"/>
          </ac:picMkLst>
        </pc:picChg>
        <pc:picChg chg="add del mod ord">
          <ac:chgData name="Neville Palmer" userId="50405348-8abf-4926-b848-20a1fee86c04" providerId="ADAL" clId="{2162BF1A-DADF-42FA-A07D-BE4BC0D8D70A}" dt="2023-10-10T19:15:05.441" v="218"/>
          <ac:picMkLst>
            <pc:docMk/>
            <pc:sldMk cId="3184357701" sldId="257"/>
            <ac:picMk id="5" creationId="{BA2E87B1-09EF-004B-E7B8-607EA010FA14}"/>
          </ac:picMkLst>
        </pc:picChg>
        <pc:picChg chg="add del mod">
          <ac:chgData name="Neville Palmer" userId="50405348-8abf-4926-b848-20a1fee86c04" providerId="ADAL" clId="{2162BF1A-DADF-42FA-A07D-BE4BC0D8D70A}" dt="2023-10-11T11:21:26.988" v="883"/>
          <ac:picMkLst>
            <pc:docMk/>
            <pc:sldMk cId="3184357701" sldId="257"/>
            <ac:picMk id="6" creationId="{AC71B312-98E2-3ADD-D30E-F39BF67088BD}"/>
          </ac:picMkLst>
        </pc:picChg>
        <pc:picChg chg="add del mod">
          <ac:chgData name="Neville Palmer" userId="50405348-8abf-4926-b848-20a1fee86c04" providerId="ADAL" clId="{2162BF1A-DADF-42FA-A07D-BE4BC0D8D70A}" dt="2023-10-11T11:21:46.656" v="886"/>
          <ac:picMkLst>
            <pc:docMk/>
            <pc:sldMk cId="3184357701" sldId="257"/>
            <ac:picMk id="7" creationId="{A7BFFC0F-4B3C-5CA4-09B3-8A97421D23D8}"/>
          </ac:picMkLst>
        </pc:picChg>
        <pc:picChg chg="del">
          <ac:chgData name="Neville Palmer" userId="50405348-8abf-4926-b848-20a1fee86c04" providerId="ADAL" clId="{2162BF1A-DADF-42FA-A07D-BE4BC0D8D70A}" dt="2023-10-10T19:14:38.127" v="217"/>
          <ac:picMkLst>
            <pc:docMk/>
            <pc:sldMk cId="3184357701" sldId="257"/>
            <ac:picMk id="8" creationId="{6A889B3A-ADFB-4B27-E90D-796D3BA2BBDB}"/>
          </ac:picMkLst>
        </pc:picChg>
        <pc:picChg chg="add del mod ord">
          <ac:chgData name="Neville Palmer" userId="50405348-8abf-4926-b848-20a1fee86c04" providerId="ADAL" clId="{2162BF1A-DADF-42FA-A07D-BE4BC0D8D70A}" dt="2023-10-11T11:21:56.697" v="887"/>
          <ac:picMkLst>
            <pc:docMk/>
            <pc:sldMk cId="3184357701" sldId="257"/>
            <ac:picMk id="10" creationId="{C1FE9039-D66E-AFC7-921B-625E87A1FD90}"/>
          </ac:picMkLst>
        </pc:picChg>
        <pc:picChg chg="add del mod">
          <ac:chgData name="Neville Palmer" userId="50405348-8abf-4926-b848-20a1fee86c04" providerId="ADAL" clId="{2162BF1A-DADF-42FA-A07D-BE4BC0D8D70A}" dt="2023-10-11T11:21:58.405" v="889"/>
          <ac:picMkLst>
            <pc:docMk/>
            <pc:sldMk cId="3184357701" sldId="257"/>
            <ac:picMk id="11" creationId="{8FF332CC-1B2C-F4DC-17B2-DBC3A6FEACBB}"/>
          </ac:picMkLst>
        </pc:picChg>
        <pc:picChg chg="add del mod ord">
          <ac:chgData name="Neville Palmer" userId="50405348-8abf-4926-b848-20a1fee86c04" providerId="ADAL" clId="{2162BF1A-DADF-42FA-A07D-BE4BC0D8D70A}" dt="2023-10-11T11:22:25.380" v="890"/>
          <ac:picMkLst>
            <pc:docMk/>
            <pc:sldMk cId="3184357701" sldId="257"/>
            <ac:picMk id="14" creationId="{8D1DB033-66AF-C51D-5CAA-DB8FD069DB77}"/>
          </ac:picMkLst>
        </pc:picChg>
        <pc:picChg chg="add mod">
          <ac:chgData name="Neville Palmer" userId="50405348-8abf-4926-b848-20a1fee86c04" providerId="ADAL" clId="{2162BF1A-DADF-42FA-A07D-BE4BC0D8D70A}" dt="2023-10-11T11:22:25.380" v="890"/>
          <ac:picMkLst>
            <pc:docMk/>
            <pc:sldMk cId="3184357701" sldId="257"/>
            <ac:picMk id="15" creationId="{CCD63BDA-F973-5EE6-918B-BAD5FF118ED7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17:47.495" v="230"/>
        <pc:sldMkLst>
          <pc:docMk/>
          <pc:sldMk cId="1698563975" sldId="258"/>
        </pc:sldMkLst>
        <pc:picChg chg="del">
          <ac:chgData name="Neville Palmer" userId="50405348-8abf-4926-b848-20a1fee86c04" providerId="ADAL" clId="{2162BF1A-DADF-42FA-A07D-BE4BC0D8D70A}" dt="2023-10-10T19:16:15.924" v="223"/>
          <ac:picMkLst>
            <pc:docMk/>
            <pc:sldMk cId="1698563975" sldId="258"/>
            <ac:picMk id="6" creationId="{5BF5B7B0-BFB0-C0B6-B3C6-909F07706F91}"/>
          </ac:picMkLst>
        </pc:picChg>
        <pc:picChg chg="add del mod ord">
          <ac:chgData name="Neville Palmer" userId="50405348-8abf-4926-b848-20a1fee86c04" providerId="ADAL" clId="{2162BF1A-DADF-42FA-A07D-BE4BC0D8D70A}" dt="2023-10-10T19:16:33.453" v="224"/>
          <ac:picMkLst>
            <pc:docMk/>
            <pc:sldMk cId="1698563975" sldId="258"/>
            <ac:picMk id="8" creationId="{0FE27728-53A5-130E-556F-ED75B731D149}"/>
          </ac:picMkLst>
        </pc:picChg>
        <pc:picChg chg="add del mod">
          <ac:chgData name="Neville Palmer" userId="50405348-8abf-4926-b848-20a1fee86c04" providerId="ADAL" clId="{2162BF1A-DADF-42FA-A07D-BE4BC0D8D70A}" dt="2023-10-10T19:16:35.023" v="226"/>
          <ac:picMkLst>
            <pc:docMk/>
            <pc:sldMk cId="1698563975" sldId="258"/>
            <ac:picMk id="9" creationId="{940B130D-BA01-CB32-7355-EAA495E55DFF}"/>
          </ac:picMkLst>
        </pc:picChg>
        <pc:picChg chg="add del mod ord">
          <ac:chgData name="Neville Palmer" userId="50405348-8abf-4926-b848-20a1fee86c04" providerId="ADAL" clId="{2162BF1A-DADF-42FA-A07D-BE4BC0D8D70A}" dt="2023-10-10T19:17:10.861" v="227"/>
          <ac:picMkLst>
            <pc:docMk/>
            <pc:sldMk cId="1698563975" sldId="258"/>
            <ac:picMk id="12" creationId="{11E8DC1E-40AD-2A7F-77C4-88E52DE4BF2A}"/>
          </ac:picMkLst>
        </pc:picChg>
        <pc:picChg chg="add del mod">
          <ac:chgData name="Neville Palmer" userId="50405348-8abf-4926-b848-20a1fee86c04" providerId="ADAL" clId="{2162BF1A-DADF-42FA-A07D-BE4BC0D8D70A}" dt="2023-10-10T19:17:12.918" v="229"/>
          <ac:picMkLst>
            <pc:docMk/>
            <pc:sldMk cId="1698563975" sldId="258"/>
            <ac:picMk id="13" creationId="{588BEC43-3D9E-34FA-E21E-D9CE4FC87ACB}"/>
          </ac:picMkLst>
        </pc:picChg>
        <pc:picChg chg="add del mod ord">
          <ac:chgData name="Neville Palmer" userId="50405348-8abf-4926-b848-20a1fee86c04" providerId="ADAL" clId="{2162BF1A-DADF-42FA-A07D-BE4BC0D8D70A}" dt="2023-10-10T19:17:47.495" v="230"/>
          <ac:picMkLst>
            <pc:docMk/>
            <pc:sldMk cId="1698563975" sldId="258"/>
            <ac:picMk id="16" creationId="{51726AFE-25C6-A70C-2934-4A4DEE93F91B}"/>
          </ac:picMkLst>
        </pc:picChg>
        <pc:picChg chg="add mod">
          <ac:chgData name="Neville Palmer" userId="50405348-8abf-4926-b848-20a1fee86c04" providerId="ADAL" clId="{2162BF1A-DADF-42FA-A07D-BE4BC0D8D70A}" dt="2023-10-10T19:17:47.495" v="230"/>
          <ac:picMkLst>
            <pc:docMk/>
            <pc:sldMk cId="1698563975" sldId="258"/>
            <ac:picMk id="17" creationId="{AF0651B7-5A7B-1C0B-5DFD-4366DAAD5C34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18:16.006" v="233"/>
        <pc:sldMkLst>
          <pc:docMk/>
          <pc:sldMk cId="4056770109" sldId="259"/>
        </pc:sldMkLst>
        <pc:picChg chg="add del mod ord">
          <ac:chgData name="Neville Palmer" userId="50405348-8abf-4926-b848-20a1fee86c04" providerId="ADAL" clId="{2162BF1A-DADF-42FA-A07D-BE4BC0D8D70A}" dt="2023-10-10T19:18:16.006" v="233"/>
          <ac:picMkLst>
            <pc:docMk/>
            <pc:sldMk cId="4056770109" sldId="259"/>
            <ac:picMk id="5" creationId="{9A7BD84E-582A-8DDB-2252-3000B486D3BD}"/>
          </ac:picMkLst>
        </pc:picChg>
        <pc:picChg chg="add mod">
          <ac:chgData name="Neville Palmer" userId="50405348-8abf-4926-b848-20a1fee86c04" providerId="ADAL" clId="{2162BF1A-DADF-42FA-A07D-BE4BC0D8D70A}" dt="2023-10-10T19:18:16.006" v="233"/>
          <ac:picMkLst>
            <pc:docMk/>
            <pc:sldMk cId="4056770109" sldId="259"/>
            <ac:picMk id="6" creationId="{3337D517-88B7-5D96-B6C2-834F3B2213FC}"/>
          </ac:picMkLst>
        </pc:picChg>
        <pc:picChg chg="del">
          <ac:chgData name="Neville Palmer" userId="50405348-8abf-4926-b848-20a1fee86c04" providerId="ADAL" clId="{2162BF1A-DADF-42FA-A07D-BE4BC0D8D70A}" dt="2023-10-10T19:17:51.645" v="232"/>
          <ac:picMkLst>
            <pc:docMk/>
            <pc:sldMk cId="4056770109" sldId="259"/>
            <ac:picMk id="10" creationId="{97530A5D-6D40-E451-63DD-B52E5AC8EF7C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18:44.279" v="236"/>
        <pc:sldMkLst>
          <pc:docMk/>
          <pc:sldMk cId="3973430024" sldId="260"/>
        </pc:sldMkLst>
        <pc:picChg chg="add del mod ord">
          <ac:chgData name="Neville Palmer" userId="50405348-8abf-4926-b848-20a1fee86c04" providerId="ADAL" clId="{2162BF1A-DADF-42FA-A07D-BE4BC0D8D70A}" dt="2023-10-10T19:18:44.279" v="236"/>
          <ac:picMkLst>
            <pc:docMk/>
            <pc:sldMk cId="3973430024" sldId="260"/>
            <ac:picMk id="5" creationId="{1BBD614D-EBB1-DCA6-8E3D-EA8AA009C793}"/>
          </ac:picMkLst>
        </pc:picChg>
        <pc:picChg chg="del">
          <ac:chgData name="Neville Palmer" userId="50405348-8abf-4926-b848-20a1fee86c04" providerId="ADAL" clId="{2162BF1A-DADF-42FA-A07D-BE4BC0D8D70A}" dt="2023-10-10T19:18:21.151" v="235"/>
          <ac:picMkLst>
            <pc:docMk/>
            <pc:sldMk cId="3973430024" sldId="260"/>
            <ac:picMk id="6" creationId="{9828BBEF-98A8-4C90-7400-8E00AAA6FF96}"/>
          </ac:picMkLst>
        </pc:picChg>
        <pc:picChg chg="add mod">
          <ac:chgData name="Neville Palmer" userId="50405348-8abf-4926-b848-20a1fee86c04" providerId="ADAL" clId="{2162BF1A-DADF-42FA-A07D-BE4BC0D8D70A}" dt="2023-10-10T19:18:44.279" v="236"/>
          <ac:picMkLst>
            <pc:docMk/>
            <pc:sldMk cId="3973430024" sldId="260"/>
            <ac:picMk id="7" creationId="{48FC58B4-E696-E0A6-C310-831D3471F839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15:53.667" v="221"/>
        <pc:sldMkLst>
          <pc:docMk/>
          <pc:sldMk cId="4062439966" sldId="261"/>
        </pc:sldMkLst>
        <pc:picChg chg="add del mod ord">
          <ac:chgData name="Neville Palmer" userId="50405348-8abf-4926-b848-20a1fee86c04" providerId="ADAL" clId="{2162BF1A-DADF-42FA-A07D-BE4BC0D8D70A}" dt="2023-10-10T19:15:53.667" v="221"/>
          <ac:picMkLst>
            <pc:docMk/>
            <pc:sldMk cId="4062439966" sldId="261"/>
            <ac:picMk id="5" creationId="{17393D2A-80B6-393A-14C4-E1D6B4D6AB9F}"/>
          </ac:picMkLst>
        </pc:picChg>
        <pc:picChg chg="add mod">
          <ac:chgData name="Neville Palmer" userId="50405348-8abf-4926-b848-20a1fee86c04" providerId="ADAL" clId="{2162BF1A-DADF-42FA-A07D-BE4BC0D8D70A}" dt="2023-10-10T19:15:53.667" v="221"/>
          <ac:picMkLst>
            <pc:docMk/>
            <pc:sldMk cId="4062439966" sldId="261"/>
            <ac:picMk id="6" creationId="{2D9D920A-BB6E-6E4C-6CCA-F2926C3D7B6B}"/>
          </ac:picMkLst>
        </pc:picChg>
        <pc:picChg chg="del">
          <ac:chgData name="Neville Palmer" userId="50405348-8abf-4926-b848-20a1fee86c04" providerId="ADAL" clId="{2162BF1A-DADF-42FA-A07D-BE4BC0D8D70A}" dt="2023-10-10T19:15:09.755" v="220"/>
          <ac:picMkLst>
            <pc:docMk/>
            <pc:sldMk cId="4062439966" sldId="261"/>
            <ac:picMk id="10" creationId="{403B98D7-7745-0DD5-6026-DE828F82734B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19:20.080" v="239"/>
        <pc:sldMkLst>
          <pc:docMk/>
          <pc:sldMk cId="677054620" sldId="262"/>
        </pc:sldMkLst>
        <pc:picChg chg="add del mod ord">
          <ac:chgData name="Neville Palmer" userId="50405348-8abf-4926-b848-20a1fee86c04" providerId="ADAL" clId="{2162BF1A-DADF-42FA-A07D-BE4BC0D8D70A}" dt="2023-10-10T19:19:20.080" v="239"/>
          <ac:picMkLst>
            <pc:docMk/>
            <pc:sldMk cId="677054620" sldId="262"/>
            <ac:picMk id="5" creationId="{7BA3FF21-00B4-E4B5-0C7A-8862AF31C8F0}"/>
          </ac:picMkLst>
        </pc:picChg>
        <pc:picChg chg="del">
          <ac:chgData name="Neville Palmer" userId="50405348-8abf-4926-b848-20a1fee86c04" providerId="ADAL" clId="{2162BF1A-DADF-42FA-A07D-BE4BC0D8D70A}" dt="2023-10-10T19:18:50.054" v="238"/>
          <ac:picMkLst>
            <pc:docMk/>
            <pc:sldMk cId="677054620" sldId="262"/>
            <ac:picMk id="6" creationId="{E8A942C6-768F-627D-4CAA-E31CFBEEE865}"/>
          </ac:picMkLst>
        </pc:picChg>
        <pc:picChg chg="add mod">
          <ac:chgData name="Neville Palmer" userId="50405348-8abf-4926-b848-20a1fee86c04" providerId="ADAL" clId="{2162BF1A-DADF-42FA-A07D-BE4BC0D8D70A}" dt="2023-10-10T19:19:20.080" v="239"/>
          <ac:picMkLst>
            <pc:docMk/>
            <pc:sldMk cId="677054620" sldId="262"/>
            <ac:picMk id="7" creationId="{75C8099A-C541-2556-9A0D-4E808E4BF3F3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43:02.911" v="878" actId="20577"/>
        <pc:sldMkLst>
          <pc:docMk/>
          <pc:sldMk cId="1642763539" sldId="263"/>
        </pc:sldMkLst>
        <pc:spChg chg="mod">
          <ac:chgData name="Neville Palmer" userId="50405348-8abf-4926-b848-20a1fee86c04" providerId="ADAL" clId="{2162BF1A-DADF-42FA-A07D-BE4BC0D8D70A}" dt="2023-10-10T19:43:02.911" v="878" actId="20577"/>
          <ac:spMkLst>
            <pc:docMk/>
            <pc:sldMk cId="1642763539" sldId="263"/>
            <ac:spMk id="3" creationId="{BB58B7C8-6327-7537-277B-8686DCA31DBF}"/>
          </ac:spMkLst>
        </pc:spChg>
        <pc:picChg chg="add del mod ord">
          <ac:chgData name="Neville Palmer" userId="50405348-8abf-4926-b848-20a1fee86c04" providerId="ADAL" clId="{2162BF1A-DADF-42FA-A07D-BE4BC0D8D70A}" dt="2023-10-10T19:20:51.588" v="242"/>
          <ac:picMkLst>
            <pc:docMk/>
            <pc:sldMk cId="1642763539" sldId="263"/>
            <ac:picMk id="5" creationId="{8DB51DAE-2A5C-34E3-DF0D-4329B18FAC1D}"/>
          </ac:picMkLst>
        </pc:picChg>
        <pc:picChg chg="del">
          <ac:chgData name="Neville Palmer" userId="50405348-8abf-4926-b848-20a1fee86c04" providerId="ADAL" clId="{2162BF1A-DADF-42FA-A07D-BE4BC0D8D70A}" dt="2023-10-10T19:19:25.794" v="241"/>
          <ac:picMkLst>
            <pc:docMk/>
            <pc:sldMk cId="1642763539" sldId="263"/>
            <ac:picMk id="6" creationId="{C411A1AD-0D5D-3504-6384-D05691B18343}"/>
          </ac:picMkLst>
        </pc:picChg>
        <pc:picChg chg="add mod">
          <ac:chgData name="Neville Palmer" userId="50405348-8abf-4926-b848-20a1fee86c04" providerId="ADAL" clId="{2162BF1A-DADF-42FA-A07D-BE4BC0D8D70A}" dt="2023-10-10T19:20:51.588" v="242"/>
          <ac:picMkLst>
            <pc:docMk/>
            <pc:sldMk cId="1642763539" sldId="263"/>
            <ac:picMk id="7" creationId="{7637DBE8-9E54-58AB-422D-68EED4C1E200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21:46.007" v="245"/>
        <pc:sldMkLst>
          <pc:docMk/>
          <pc:sldMk cId="1360283193" sldId="264"/>
        </pc:sldMkLst>
        <pc:picChg chg="del">
          <ac:chgData name="Neville Palmer" userId="50405348-8abf-4926-b848-20a1fee86c04" providerId="ADAL" clId="{2162BF1A-DADF-42FA-A07D-BE4BC0D8D70A}" dt="2023-10-10T19:20:54.922" v="244"/>
          <ac:picMkLst>
            <pc:docMk/>
            <pc:sldMk cId="1360283193" sldId="264"/>
            <ac:picMk id="6" creationId="{09CA3B95-F65D-B228-E862-337CB2E118CA}"/>
          </ac:picMkLst>
        </pc:picChg>
        <pc:picChg chg="add del mod ord">
          <ac:chgData name="Neville Palmer" userId="50405348-8abf-4926-b848-20a1fee86c04" providerId="ADAL" clId="{2162BF1A-DADF-42FA-A07D-BE4BC0D8D70A}" dt="2023-10-10T19:21:46.007" v="245"/>
          <ac:picMkLst>
            <pc:docMk/>
            <pc:sldMk cId="1360283193" sldId="264"/>
            <ac:picMk id="7" creationId="{6D090272-D284-E380-2840-7966D55E8138}"/>
          </ac:picMkLst>
        </pc:picChg>
        <pc:picChg chg="add mod">
          <ac:chgData name="Neville Palmer" userId="50405348-8abf-4926-b848-20a1fee86c04" providerId="ADAL" clId="{2162BF1A-DADF-42FA-A07D-BE4BC0D8D70A}" dt="2023-10-10T19:21:46.007" v="245"/>
          <ac:picMkLst>
            <pc:docMk/>
            <pc:sldMk cId="1360283193" sldId="264"/>
            <ac:picMk id="8" creationId="{C63E053D-E7EB-8EE1-38ED-3A6A12DC492C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43:08.974" v="880" actId="20577"/>
        <pc:sldMkLst>
          <pc:docMk/>
          <pc:sldMk cId="2995276551" sldId="265"/>
        </pc:sldMkLst>
        <pc:spChg chg="mod">
          <ac:chgData name="Neville Palmer" userId="50405348-8abf-4926-b848-20a1fee86c04" providerId="ADAL" clId="{2162BF1A-DADF-42FA-A07D-BE4BC0D8D70A}" dt="2023-10-10T19:43:08.974" v="880" actId="20577"/>
          <ac:spMkLst>
            <pc:docMk/>
            <pc:sldMk cId="2995276551" sldId="265"/>
            <ac:spMk id="3" creationId="{E3E09A99-F624-8266-562F-56C947F930FD}"/>
          </ac:spMkLst>
        </pc:spChg>
        <pc:picChg chg="add del mod ord">
          <ac:chgData name="Neville Palmer" userId="50405348-8abf-4926-b848-20a1fee86c04" providerId="ADAL" clId="{2162BF1A-DADF-42FA-A07D-BE4BC0D8D70A}" dt="2023-10-10T19:22:53.405" v="248"/>
          <ac:picMkLst>
            <pc:docMk/>
            <pc:sldMk cId="2995276551" sldId="265"/>
            <ac:picMk id="5" creationId="{67230099-F96D-689E-07E6-5B28B4ABA620}"/>
          </ac:picMkLst>
        </pc:picChg>
        <pc:picChg chg="del">
          <ac:chgData name="Neville Palmer" userId="50405348-8abf-4926-b848-20a1fee86c04" providerId="ADAL" clId="{2162BF1A-DADF-42FA-A07D-BE4BC0D8D70A}" dt="2023-10-10T19:21:49.954" v="247"/>
          <ac:picMkLst>
            <pc:docMk/>
            <pc:sldMk cId="2995276551" sldId="265"/>
            <ac:picMk id="6" creationId="{5FAA1850-7644-D207-8560-064D96047E1E}"/>
          </ac:picMkLst>
        </pc:picChg>
        <pc:picChg chg="add mod">
          <ac:chgData name="Neville Palmer" userId="50405348-8abf-4926-b848-20a1fee86c04" providerId="ADAL" clId="{2162BF1A-DADF-42FA-A07D-BE4BC0D8D70A}" dt="2023-10-10T19:22:53.405" v="248"/>
          <ac:picMkLst>
            <pc:docMk/>
            <pc:sldMk cId="2995276551" sldId="265"/>
            <ac:picMk id="7" creationId="{67EFFAFF-2D84-03C9-5B2E-DBCF8E2DBAC4}"/>
          </ac:picMkLst>
        </pc:picChg>
      </pc:sldChg>
      <pc:sldChg chg="addSp delSp modSp mod modTransition modAnim">
        <pc:chgData name="Neville Palmer" userId="50405348-8abf-4926-b848-20a1fee86c04" providerId="ADAL" clId="{2162BF1A-DADF-42FA-A07D-BE4BC0D8D70A}" dt="2023-10-10T19:23:38.618" v="251"/>
        <pc:sldMkLst>
          <pc:docMk/>
          <pc:sldMk cId="2827044574" sldId="266"/>
        </pc:sldMkLst>
        <pc:picChg chg="add del mod ord">
          <ac:chgData name="Neville Palmer" userId="50405348-8abf-4926-b848-20a1fee86c04" providerId="ADAL" clId="{2162BF1A-DADF-42FA-A07D-BE4BC0D8D70A}" dt="2023-10-10T19:23:38.618" v="251"/>
          <ac:picMkLst>
            <pc:docMk/>
            <pc:sldMk cId="2827044574" sldId="266"/>
            <ac:picMk id="5" creationId="{D263E785-3F1B-C5ED-6F62-57C7521AB1CD}"/>
          </ac:picMkLst>
        </pc:picChg>
        <pc:picChg chg="del">
          <ac:chgData name="Neville Palmer" userId="50405348-8abf-4926-b848-20a1fee86c04" providerId="ADAL" clId="{2162BF1A-DADF-42FA-A07D-BE4BC0D8D70A}" dt="2023-10-10T19:22:57.888" v="250"/>
          <ac:picMkLst>
            <pc:docMk/>
            <pc:sldMk cId="2827044574" sldId="266"/>
            <ac:picMk id="6" creationId="{29AA2164-95EE-92AF-72F9-17D857EBC259}"/>
          </ac:picMkLst>
        </pc:picChg>
        <pc:picChg chg="add mod">
          <ac:chgData name="Neville Palmer" userId="50405348-8abf-4926-b848-20a1fee86c04" providerId="ADAL" clId="{2162BF1A-DADF-42FA-A07D-BE4BC0D8D70A}" dt="2023-10-10T19:23:38.618" v="251"/>
          <ac:picMkLst>
            <pc:docMk/>
            <pc:sldMk cId="2827044574" sldId="266"/>
            <ac:picMk id="7" creationId="{B631D061-16DA-9A83-099E-763B4D992746}"/>
          </ac:picMkLst>
        </pc:picChg>
      </pc:sldChg>
      <pc:sldChg chg="addSp delSp modSp new mod ord modTransition modAnim">
        <pc:chgData name="Neville Palmer" userId="50405348-8abf-4926-b848-20a1fee86c04" providerId="ADAL" clId="{2162BF1A-DADF-42FA-A07D-BE4BC0D8D70A}" dt="2023-10-10T19:30:30.409" v="768"/>
        <pc:sldMkLst>
          <pc:docMk/>
          <pc:sldMk cId="4118102495" sldId="267"/>
        </pc:sldMkLst>
        <pc:spChg chg="mod">
          <ac:chgData name="Neville Palmer" userId="50405348-8abf-4926-b848-20a1fee86c04" providerId="ADAL" clId="{2162BF1A-DADF-42FA-A07D-BE4BC0D8D70A}" dt="2023-10-10T19:26:31.671" v="598" actId="20577"/>
          <ac:spMkLst>
            <pc:docMk/>
            <pc:sldMk cId="4118102495" sldId="267"/>
            <ac:spMk id="2" creationId="{F7027412-72AA-A640-1550-2E1F4047757C}"/>
          </ac:spMkLst>
        </pc:spChg>
        <pc:spChg chg="mod">
          <ac:chgData name="Neville Palmer" userId="50405348-8abf-4926-b848-20a1fee86c04" providerId="ADAL" clId="{2162BF1A-DADF-42FA-A07D-BE4BC0D8D70A}" dt="2023-10-10T19:30:25.679" v="766" actId="20577"/>
          <ac:spMkLst>
            <pc:docMk/>
            <pc:sldMk cId="4118102495" sldId="267"/>
            <ac:spMk id="3" creationId="{6F37E627-F0B7-3D47-EEE3-C276035501E5}"/>
          </ac:spMkLst>
        </pc:spChg>
        <pc:picChg chg="add del mod">
          <ac:chgData name="Neville Palmer" userId="50405348-8abf-4926-b848-20a1fee86c04" providerId="ADAL" clId="{2162BF1A-DADF-42FA-A07D-BE4BC0D8D70A}" dt="2023-10-10T19:28:54.605" v="761"/>
          <ac:picMkLst>
            <pc:docMk/>
            <pc:sldMk cId="4118102495" sldId="267"/>
            <ac:picMk id="6" creationId="{7152E00A-E0A4-D8B2-9F7D-A56A3DFCAEB7}"/>
          </ac:picMkLst>
        </pc:picChg>
        <pc:picChg chg="add del mod ord">
          <ac:chgData name="Neville Palmer" userId="50405348-8abf-4926-b848-20a1fee86c04" providerId="ADAL" clId="{2162BF1A-DADF-42FA-A07D-BE4BC0D8D70A}" dt="2023-10-10T19:30:09.292" v="762"/>
          <ac:picMkLst>
            <pc:docMk/>
            <pc:sldMk cId="4118102495" sldId="267"/>
            <ac:picMk id="10" creationId="{4B549C4E-E4FA-2B85-F645-50E9400A68DC}"/>
          </ac:picMkLst>
        </pc:picChg>
        <pc:picChg chg="add mod">
          <ac:chgData name="Neville Palmer" userId="50405348-8abf-4926-b848-20a1fee86c04" providerId="ADAL" clId="{2162BF1A-DADF-42FA-A07D-BE4BC0D8D70A}" dt="2023-10-10T19:30:09.292" v="762"/>
          <ac:picMkLst>
            <pc:docMk/>
            <pc:sldMk cId="4118102495" sldId="267"/>
            <ac:picMk id="11" creationId="{F21409C1-D2AF-592D-D36D-33716BBA7B79}"/>
          </ac:picMkLst>
        </pc:picChg>
      </pc:sldChg>
      <pc:sldChg chg="addSp modSp new mod">
        <pc:chgData name="Neville Palmer" userId="50405348-8abf-4926-b848-20a1fee86c04" providerId="ADAL" clId="{2162BF1A-DADF-42FA-A07D-BE4BC0D8D70A}" dt="2023-10-10T19:31:10.821" v="807"/>
        <pc:sldMkLst>
          <pc:docMk/>
          <pc:sldMk cId="1307372559" sldId="268"/>
        </pc:sldMkLst>
        <pc:spChg chg="mod">
          <ac:chgData name="Neville Palmer" userId="50405348-8abf-4926-b848-20a1fee86c04" providerId="ADAL" clId="{2162BF1A-DADF-42FA-A07D-BE4BC0D8D70A}" dt="2023-10-10T19:30:48.296" v="796" actId="20577"/>
          <ac:spMkLst>
            <pc:docMk/>
            <pc:sldMk cId="1307372559" sldId="268"/>
            <ac:spMk id="2" creationId="{1FD159D8-DA9D-ABCE-45C0-44CBB6776188}"/>
          </ac:spMkLst>
        </pc:spChg>
        <pc:spChg chg="mod">
          <ac:chgData name="Neville Palmer" userId="50405348-8abf-4926-b848-20a1fee86c04" providerId="ADAL" clId="{2162BF1A-DADF-42FA-A07D-BE4BC0D8D70A}" dt="2023-10-10T19:30:53.358" v="806" actId="20577"/>
          <ac:spMkLst>
            <pc:docMk/>
            <pc:sldMk cId="1307372559" sldId="268"/>
            <ac:spMk id="3" creationId="{690354D7-6626-36C3-A42C-1EC045AA24E4}"/>
          </ac:spMkLst>
        </pc:spChg>
        <pc:picChg chg="add mod">
          <ac:chgData name="Neville Palmer" userId="50405348-8abf-4926-b848-20a1fee86c04" providerId="ADAL" clId="{2162BF1A-DADF-42FA-A07D-BE4BC0D8D70A}" dt="2023-10-10T19:31:10.821" v="807"/>
          <ac:picMkLst>
            <pc:docMk/>
            <pc:sldMk cId="1307372559" sldId="268"/>
            <ac:picMk id="6" creationId="{2DF108F0-E4C5-57BA-BC15-B888EB55E337}"/>
          </ac:picMkLst>
        </pc:picChg>
      </pc:sldChg>
      <pc:sldChg chg="addSp modSp new mod">
        <pc:chgData name="Neville Palmer" userId="50405348-8abf-4926-b848-20a1fee86c04" providerId="ADAL" clId="{2162BF1A-DADF-42FA-A07D-BE4BC0D8D70A}" dt="2023-10-10T19:32:34.806" v="877"/>
        <pc:sldMkLst>
          <pc:docMk/>
          <pc:sldMk cId="3262768888" sldId="269"/>
        </pc:sldMkLst>
        <pc:spChg chg="mod">
          <ac:chgData name="Neville Palmer" userId="50405348-8abf-4926-b848-20a1fee86c04" providerId="ADAL" clId="{2162BF1A-DADF-42FA-A07D-BE4BC0D8D70A}" dt="2023-10-10T19:31:51.572" v="822" actId="20577"/>
          <ac:spMkLst>
            <pc:docMk/>
            <pc:sldMk cId="3262768888" sldId="269"/>
            <ac:spMk id="2" creationId="{A33ABDC4-52B5-AD57-F0BF-A0E90EA582E3}"/>
          </ac:spMkLst>
        </pc:spChg>
        <pc:spChg chg="mod">
          <ac:chgData name="Neville Palmer" userId="50405348-8abf-4926-b848-20a1fee86c04" providerId="ADAL" clId="{2162BF1A-DADF-42FA-A07D-BE4BC0D8D70A}" dt="2023-10-10T19:32:05.934" v="876" actId="20577"/>
          <ac:spMkLst>
            <pc:docMk/>
            <pc:sldMk cId="3262768888" sldId="269"/>
            <ac:spMk id="3" creationId="{159D47C6-4E04-F4E5-4A1F-A47BBCAC9F31}"/>
          </ac:spMkLst>
        </pc:spChg>
        <pc:picChg chg="add mod">
          <ac:chgData name="Neville Palmer" userId="50405348-8abf-4926-b848-20a1fee86c04" providerId="ADAL" clId="{2162BF1A-DADF-42FA-A07D-BE4BC0D8D70A}" dt="2023-10-10T19:32:34.806" v="877"/>
          <ac:picMkLst>
            <pc:docMk/>
            <pc:sldMk cId="3262768888" sldId="269"/>
            <ac:picMk id="6" creationId="{165F74FB-E0F7-0047-1080-01A853F7C07D}"/>
          </ac:picMkLst>
        </pc:picChg>
      </pc:sldChg>
    </pc:docChg>
  </pc:docChgLst>
  <pc:docChgLst>
    <pc:chgData name="Neville Palmer" userId="50405348-8abf-4926-b848-20a1fee86c04" providerId="ADAL" clId="{87FD085E-5D15-4BAB-BCCF-5CBBCF804639}"/>
    <pc:docChg chg="custSel delSld modSld">
      <pc:chgData name="Neville Palmer" userId="50405348-8abf-4926-b848-20a1fee86c04" providerId="ADAL" clId="{87FD085E-5D15-4BAB-BCCF-5CBBCF804639}" dt="2023-10-11T11:46:27.364" v="653"/>
      <pc:docMkLst>
        <pc:docMk/>
      </pc:docMkLst>
      <pc:sldChg chg="addSp delSp modSp mod modTransition modAnim">
        <pc:chgData name="Neville Palmer" userId="50405348-8abf-4926-b848-20a1fee86c04" providerId="ADAL" clId="{87FD085E-5D15-4BAB-BCCF-5CBBCF804639}" dt="2023-10-11T11:42:56.868" v="626"/>
        <pc:sldMkLst>
          <pc:docMk/>
          <pc:sldMk cId="3405871743" sldId="256"/>
        </pc:sldMkLst>
        <pc:spChg chg="mod">
          <ac:chgData name="Neville Palmer" userId="50405348-8abf-4926-b848-20a1fee86c04" providerId="ADAL" clId="{87FD085E-5D15-4BAB-BCCF-5CBBCF804639}" dt="2023-10-11T11:33:54.469" v="17" actId="20577"/>
          <ac:spMkLst>
            <pc:docMk/>
            <pc:sldMk cId="3405871743" sldId="256"/>
            <ac:spMk id="2" creationId="{2BF0EB42-1C44-7818-1124-5AC2E801D33A}"/>
          </ac:spMkLst>
        </pc:spChg>
        <pc:picChg chg="add del mod ord">
          <ac:chgData name="Neville Palmer" userId="50405348-8abf-4926-b848-20a1fee86c04" providerId="ADAL" clId="{87FD085E-5D15-4BAB-BCCF-5CBBCF804639}" dt="2023-10-11T11:42:56.868" v="626"/>
          <ac:picMkLst>
            <pc:docMk/>
            <pc:sldMk cId="3405871743" sldId="256"/>
            <ac:picMk id="5" creationId="{C927285D-7BFC-0A16-63BE-616715F2F765}"/>
          </ac:picMkLst>
        </pc:picChg>
        <pc:picChg chg="del">
          <ac:chgData name="Neville Palmer" userId="50405348-8abf-4926-b848-20a1fee86c04" providerId="ADAL" clId="{87FD085E-5D15-4BAB-BCCF-5CBBCF804639}" dt="2023-10-11T11:42:47.076" v="625"/>
          <ac:picMkLst>
            <pc:docMk/>
            <pc:sldMk cId="3405871743" sldId="256"/>
            <ac:picMk id="6" creationId="{59F81D48-5BFD-3CBC-EB7B-819DA1C67E02}"/>
          </ac:picMkLst>
        </pc:picChg>
        <pc:picChg chg="add mod">
          <ac:chgData name="Neville Palmer" userId="50405348-8abf-4926-b848-20a1fee86c04" providerId="ADAL" clId="{87FD085E-5D15-4BAB-BCCF-5CBBCF804639}" dt="2023-10-11T11:42:56.868" v="626"/>
          <ac:picMkLst>
            <pc:docMk/>
            <pc:sldMk cId="3405871743" sldId="256"/>
            <ac:picMk id="7" creationId="{88856988-1B71-6B78-180C-1FB5C48DAA25}"/>
          </ac:picMkLst>
        </pc:picChg>
      </pc:sldChg>
      <pc:sldChg chg="addSp delSp modSp mod modTransition modAnim">
        <pc:chgData name="Neville Palmer" userId="50405348-8abf-4926-b848-20a1fee86c04" providerId="ADAL" clId="{87FD085E-5D15-4BAB-BCCF-5CBBCF804639}" dt="2023-10-11T11:44:05.501" v="632"/>
        <pc:sldMkLst>
          <pc:docMk/>
          <pc:sldMk cId="3184357701" sldId="257"/>
        </pc:sldMkLst>
        <pc:spChg chg="mod">
          <ac:chgData name="Neville Palmer" userId="50405348-8abf-4926-b848-20a1fee86c04" providerId="ADAL" clId="{87FD085E-5D15-4BAB-BCCF-5CBBCF804639}" dt="2023-10-11T11:36:33.111" v="235" actId="20577"/>
          <ac:spMkLst>
            <pc:docMk/>
            <pc:sldMk cId="3184357701" sldId="257"/>
            <ac:spMk id="3" creationId="{954CEE38-1827-4447-B489-4225613D5726}"/>
          </ac:spMkLst>
        </pc:spChg>
        <pc:picChg chg="add del mod ord">
          <ac:chgData name="Neville Palmer" userId="50405348-8abf-4926-b848-20a1fee86c04" providerId="ADAL" clId="{87FD085E-5D15-4BAB-BCCF-5CBBCF804639}" dt="2023-10-11T11:43:26.552" v="629"/>
          <ac:picMkLst>
            <pc:docMk/>
            <pc:sldMk cId="3184357701" sldId="257"/>
            <ac:picMk id="5" creationId="{FF854CC2-271A-9B0C-D7F4-8ABDDBC12B4A}"/>
          </ac:picMkLst>
        </pc:picChg>
        <pc:picChg chg="add del mod">
          <ac:chgData name="Neville Palmer" userId="50405348-8abf-4926-b848-20a1fee86c04" providerId="ADAL" clId="{87FD085E-5D15-4BAB-BCCF-5CBBCF804639}" dt="2023-10-11T11:43:30.455" v="631"/>
          <ac:picMkLst>
            <pc:docMk/>
            <pc:sldMk cId="3184357701" sldId="257"/>
            <ac:picMk id="6" creationId="{D883037C-257F-5FF0-DC2D-2E6D3466839F}"/>
          </ac:picMkLst>
        </pc:picChg>
        <pc:picChg chg="add del mod ord">
          <ac:chgData name="Neville Palmer" userId="50405348-8abf-4926-b848-20a1fee86c04" providerId="ADAL" clId="{87FD085E-5D15-4BAB-BCCF-5CBBCF804639}" dt="2023-10-11T11:44:05.501" v="632"/>
          <ac:picMkLst>
            <pc:docMk/>
            <pc:sldMk cId="3184357701" sldId="257"/>
            <ac:picMk id="9" creationId="{3DF856B3-FAE4-84CD-F85A-271B751E6FC8}"/>
          </ac:picMkLst>
        </pc:picChg>
        <pc:picChg chg="add mod">
          <ac:chgData name="Neville Palmer" userId="50405348-8abf-4926-b848-20a1fee86c04" providerId="ADAL" clId="{87FD085E-5D15-4BAB-BCCF-5CBBCF804639}" dt="2023-10-11T11:44:05.501" v="632"/>
          <ac:picMkLst>
            <pc:docMk/>
            <pc:sldMk cId="3184357701" sldId="257"/>
            <ac:picMk id="10" creationId="{79CFD98A-23FA-5C89-1943-00B3C8BC4F61}"/>
          </ac:picMkLst>
        </pc:picChg>
        <pc:picChg chg="del">
          <ac:chgData name="Neville Palmer" userId="50405348-8abf-4926-b848-20a1fee86c04" providerId="ADAL" clId="{87FD085E-5D15-4BAB-BCCF-5CBBCF804639}" dt="2023-10-11T11:43:00.803" v="628"/>
          <ac:picMkLst>
            <pc:docMk/>
            <pc:sldMk cId="3184357701" sldId="257"/>
            <ac:picMk id="15" creationId="{CCD63BDA-F973-5EE6-918B-BAD5FF118ED7}"/>
          </ac:picMkLst>
        </pc:picChg>
      </pc:sldChg>
      <pc:sldChg chg="addSp delSp modSp mod modTransition modAnim">
        <pc:chgData name="Neville Palmer" userId="50405348-8abf-4926-b848-20a1fee86c04" providerId="ADAL" clId="{87FD085E-5D15-4BAB-BCCF-5CBBCF804639}" dt="2023-10-11T11:45:32.799" v="641"/>
        <pc:sldMkLst>
          <pc:docMk/>
          <pc:sldMk cId="1698563975" sldId="258"/>
        </pc:sldMkLst>
        <pc:spChg chg="mod">
          <ac:chgData name="Neville Palmer" userId="50405348-8abf-4926-b848-20a1fee86c04" providerId="ADAL" clId="{87FD085E-5D15-4BAB-BCCF-5CBBCF804639}" dt="2023-10-11T11:36:46.836" v="241" actId="20577"/>
          <ac:spMkLst>
            <pc:docMk/>
            <pc:sldMk cId="1698563975" sldId="258"/>
            <ac:spMk id="2" creationId="{FECD02DF-EA9E-2125-B590-7C3F11CA7EF4}"/>
          </ac:spMkLst>
        </pc:spChg>
        <pc:spChg chg="mod">
          <ac:chgData name="Neville Palmer" userId="50405348-8abf-4926-b848-20a1fee86c04" providerId="ADAL" clId="{87FD085E-5D15-4BAB-BCCF-5CBBCF804639}" dt="2023-10-11T11:42:08.935" v="615" actId="20577"/>
          <ac:spMkLst>
            <pc:docMk/>
            <pc:sldMk cId="1698563975" sldId="258"/>
            <ac:spMk id="3" creationId="{45973DC3-E417-51F3-11A4-AE4AC2EEE11F}"/>
          </ac:spMkLst>
        </pc:spChg>
        <pc:picChg chg="add del mod ord">
          <ac:chgData name="Neville Palmer" userId="50405348-8abf-4926-b848-20a1fee86c04" providerId="ADAL" clId="{87FD085E-5D15-4BAB-BCCF-5CBBCF804639}" dt="2023-10-11T11:44:18.391" v="635"/>
          <ac:picMkLst>
            <pc:docMk/>
            <pc:sldMk cId="1698563975" sldId="258"/>
            <ac:picMk id="5" creationId="{C8B9586B-A43E-946B-7BA3-17D752C1AEC0}"/>
          </ac:picMkLst>
        </pc:picChg>
        <pc:picChg chg="add del mod">
          <ac:chgData name="Neville Palmer" userId="50405348-8abf-4926-b848-20a1fee86c04" providerId="ADAL" clId="{87FD085E-5D15-4BAB-BCCF-5CBBCF804639}" dt="2023-10-11T11:44:20.069" v="637"/>
          <ac:picMkLst>
            <pc:docMk/>
            <pc:sldMk cId="1698563975" sldId="258"/>
            <ac:picMk id="6" creationId="{4128AFCA-794A-007A-5672-3F3E6D23A403}"/>
          </ac:picMkLst>
        </pc:picChg>
        <pc:picChg chg="add del mod ord">
          <ac:chgData name="Neville Palmer" userId="50405348-8abf-4926-b848-20a1fee86c04" providerId="ADAL" clId="{87FD085E-5D15-4BAB-BCCF-5CBBCF804639}" dt="2023-10-11T11:44:28.539" v="638"/>
          <ac:picMkLst>
            <pc:docMk/>
            <pc:sldMk cId="1698563975" sldId="258"/>
            <ac:picMk id="9" creationId="{D2EC270B-8DDA-CFDA-141E-B2090A0A92D3}"/>
          </ac:picMkLst>
        </pc:picChg>
        <pc:picChg chg="add del mod">
          <ac:chgData name="Neville Palmer" userId="50405348-8abf-4926-b848-20a1fee86c04" providerId="ADAL" clId="{87FD085E-5D15-4BAB-BCCF-5CBBCF804639}" dt="2023-10-11T11:44:30.449" v="640"/>
          <ac:picMkLst>
            <pc:docMk/>
            <pc:sldMk cId="1698563975" sldId="258"/>
            <ac:picMk id="10" creationId="{72290EA4-4A82-B09C-E080-A33ABC2236F0}"/>
          </ac:picMkLst>
        </pc:picChg>
        <pc:picChg chg="add del mod ord">
          <ac:chgData name="Neville Palmer" userId="50405348-8abf-4926-b848-20a1fee86c04" providerId="ADAL" clId="{87FD085E-5D15-4BAB-BCCF-5CBBCF804639}" dt="2023-10-11T11:45:32.799" v="641"/>
          <ac:picMkLst>
            <pc:docMk/>
            <pc:sldMk cId="1698563975" sldId="258"/>
            <ac:picMk id="13" creationId="{64BE466F-3707-5054-6BD5-41D0FDE27E87}"/>
          </ac:picMkLst>
        </pc:picChg>
        <pc:picChg chg="add mod">
          <ac:chgData name="Neville Palmer" userId="50405348-8abf-4926-b848-20a1fee86c04" providerId="ADAL" clId="{87FD085E-5D15-4BAB-BCCF-5CBBCF804639}" dt="2023-10-11T11:45:32.799" v="641"/>
          <ac:picMkLst>
            <pc:docMk/>
            <pc:sldMk cId="1698563975" sldId="258"/>
            <ac:picMk id="14" creationId="{8C16089A-1B40-37C2-D2A7-4753BC287D49}"/>
          </ac:picMkLst>
        </pc:picChg>
        <pc:picChg chg="del">
          <ac:chgData name="Neville Palmer" userId="50405348-8abf-4926-b848-20a1fee86c04" providerId="ADAL" clId="{87FD085E-5D15-4BAB-BCCF-5CBBCF804639}" dt="2023-10-11T11:44:09.920" v="634"/>
          <ac:picMkLst>
            <pc:docMk/>
            <pc:sldMk cId="1698563975" sldId="258"/>
            <ac:picMk id="17" creationId="{AF0651B7-5A7B-1C0B-5DFD-4366DAAD5C34}"/>
          </ac:picMkLst>
        </pc:picChg>
      </pc:sldChg>
      <pc:sldChg chg="del">
        <pc:chgData name="Neville Palmer" userId="50405348-8abf-4926-b848-20a1fee86c04" providerId="ADAL" clId="{87FD085E-5D15-4BAB-BCCF-5CBBCF804639}" dt="2023-10-11T11:42:14.648" v="616" actId="47"/>
        <pc:sldMkLst>
          <pc:docMk/>
          <pc:sldMk cId="4056770109" sldId="259"/>
        </pc:sldMkLst>
      </pc:sldChg>
      <pc:sldChg chg="del">
        <pc:chgData name="Neville Palmer" userId="50405348-8abf-4926-b848-20a1fee86c04" providerId="ADAL" clId="{87FD085E-5D15-4BAB-BCCF-5CBBCF804639}" dt="2023-10-11T11:42:15.925" v="617" actId="47"/>
        <pc:sldMkLst>
          <pc:docMk/>
          <pc:sldMk cId="3973430024" sldId="260"/>
        </pc:sldMkLst>
      </pc:sldChg>
      <pc:sldChg chg="del">
        <pc:chgData name="Neville Palmer" userId="50405348-8abf-4926-b848-20a1fee86c04" providerId="ADAL" clId="{87FD085E-5D15-4BAB-BCCF-5CBBCF804639}" dt="2023-10-11T11:36:40.900" v="236" actId="47"/>
        <pc:sldMkLst>
          <pc:docMk/>
          <pc:sldMk cId="4062439966" sldId="261"/>
        </pc:sldMkLst>
      </pc:sldChg>
      <pc:sldChg chg="del">
        <pc:chgData name="Neville Palmer" userId="50405348-8abf-4926-b848-20a1fee86c04" providerId="ADAL" clId="{87FD085E-5D15-4BAB-BCCF-5CBBCF804639}" dt="2023-10-11T11:42:17.656" v="618" actId="47"/>
        <pc:sldMkLst>
          <pc:docMk/>
          <pc:sldMk cId="677054620" sldId="262"/>
        </pc:sldMkLst>
      </pc:sldChg>
      <pc:sldChg chg="del">
        <pc:chgData name="Neville Palmer" userId="50405348-8abf-4926-b848-20a1fee86c04" providerId="ADAL" clId="{87FD085E-5D15-4BAB-BCCF-5CBBCF804639}" dt="2023-10-11T11:42:19.383" v="619" actId="47"/>
        <pc:sldMkLst>
          <pc:docMk/>
          <pc:sldMk cId="1642763539" sldId="263"/>
        </pc:sldMkLst>
      </pc:sldChg>
      <pc:sldChg chg="del">
        <pc:chgData name="Neville Palmer" userId="50405348-8abf-4926-b848-20a1fee86c04" providerId="ADAL" clId="{87FD085E-5D15-4BAB-BCCF-5CBBCF804639}" dt="2023-10-11T11:42:20.616" v="620" actId="47"/>
        <pc:sldMkLst>
          <pc:docMk/>
          <pc:sldMk cId="1360283193" sldId="264"/>
        </pc:sldMkLst>
      </pc:sldChg>
      <pc:sldChg chg="del">
        <pc:chgData name="Neville Palmer" userId="50405348-8abf-4926-b848-20a1fee86c04" providerId="ADAL" clId="{87FD085E-5D15-4BAB-BCCF-5CBBCF804639}" dt="2023-10-11T11:42:22.237" v="621" actId="47"/>
        <pc:sldMkLst>
          <pc:docMk/>
          <pc:sldMk cId="2995276551" sldId="265"/>
        </pc:sldMkLst>
      </pc:sldChg>
      <pc:sldChg chg="del">
        <pc:chgData name="Neville Palmer" userId="50405348-8abf-4926-b848-20a1fee86c04" providerId="ADAL" clId="{87FD085E-5D15-4BAB-BCCF-5CBBCF804639}" dt="2023-10-11T11:42:25.102" v="622" actId="47"/>
        <pc:sldMkLst>
          <pc:docMk/>
          <pc:sldMk cId="2827044574" sldId="266"/>
        </pc:sldMkLst>
      </pc:sldChg>
      <pc:sldChg chg="del">
        <pc:chgData name="Neville Palmer" userId="50405348-8abf-4926-b848-20a1fee86c04" providerId="ADAL" clId="{87FD085E-5D15-4BAB-BCCF-5CBBCF804639}" dt="2023-10-11T11:42:27.678" v="623" actId="47"/>
        <pc:sldMkLst>
          <pc:docMk/>
          <pc:sldMk cId="4118102495" sldId="267"/>
        </pc:sldMkLst>
      </pc:sldChg>
      <pc:sldChg chg="addSp delSp modSp mod modTransition modAnim">
        <pc:chgData name="Neville Palmer" userId="50405348-8abf-4926-b848-20a1fee86c04" providerId="ADAL" clId="{87FD085E-5D15-4BAB-BCCF-5CBBCF804639}" dt="2023-10-11T11:46:27.364" v="653"/>
        <pc:sldMkLst>
          <pc:docMk/>
          <pc:sldMk cId="1307372559" sldId="268"/>
        </pc:sldMkLst>
        <pc:picChg chg="add del mod ord">
          <ac:chgData name="Neville Palmer" userId="50405348-8abf-4926-b848-20a1fee86c04" providerId="ADAL" clId="{87FD085E-5D15-4BAB-BCCF-5CBBCF804639}" dt="2023-10-11T11:46:00.200" v="647"/>
          <ac:picMkLst>
            <pc:docMk/>
            <pc:sldMk cId="1307372559" sldId="268"/>
            <ac:picMk id="5" creationId="{0FDF6236-2C1D-31DE-BBB6-4D3C6BADCEE3}"/>
          </ac:picMkLst>
        </pc:picChg>
        <pc:picChg chg="del">
          <ac:chgData name="Neville Palmer" userId="50405348-8abf-4926-b848-20a1fee86c04" providerId="ADAL" clId="{87FD085E-5D15-4BAB-BCCF-5CBBCF804639}" dt="2023-10-11T11:45:53.080" v="646"/>
          <ac:picMkLst>
            <pc:docMk/>
            <pc:sldMk cId="1307372559" sldId="268"/>
            <ac:picMk id="6" creationId="{2DF108F0-E4C5-57BA-BC15-B888EB55E337}"/>
          </ac:picMkLst>
        </pc:picChg>
        <pc:picChg chg="add del mod">
          <ac:chgData name="Neville Palmer" userId="50405348-8abf-4926-b848-20a1fee86c04" providerId="ADAL" clId="{87FD085E-5D15-4BAB-BCCF-5CBBCF804639}" dt="2023-10-11T11:46:02.153" v="649"/>
          <ac:picMkLst>
            <pc:docMk/>
            <pc:sldMk cId="1307372559" sldId="268"/>
            <ac:picMk id="7" creationId="{234F3BC0-540C-8D2D-4153-ABED4DB52490}"/>
          </ac:picMkLst>
        </pc:picChg>
        <pc:picChg chg="add del mod ord">
          <ac:chgData name="Neville Palmer" userId="50405348-8abf-4926-b848-20a1fee86c04" providerId="ADAL" clId="{87FD085E-5D15-4BAB-BCCF-5CBBCF804639}" dt="2023-10-11T11:46:13.546" v="650"/>
          <ac:picMkLst>
            <pc:docMk/>
            <pc:sldMk cId="1307372559" sldId="268"/>
            <ac:picMk id="10" creationId="{122204C5-729B-0E89-01CB-BCC55ADB1F31}"/>
          </ac:picMkLst>
        </pc:picChg>
        <pc:picChg chg="add del mod">
          <ac:chgData name="Neville Palmer" userId="50405348-8abf-4926-b848-20a1fee86c04" providerId="ADAL" clId="{87FD085E-5D15-4BAB-BCCF-5CBBCF804639}" dt="2023-10-11T11:46:15.396" v="652"/>
          <ac:picMkLst>
            <pc:docMk/>
            <pc:sldMk cId="1307372559" sldId="268"/>
            <ac:picMk id="11" creationId="{F5CACC51-FF01-46C2-33BB-D5261BD384A4}"/>
          </ac:picMkLst>
        </pc:picChg>
        <pc:picChg chg="add del mod ord">
          <ac:chgData name="Neville Palmer" userId="50405348-8abf-4926-b848-20a1fee86c04" providerId="ADAL" clId="{87FD085E-5D15-4BAB-BCCF-5CBBCF804639}" dt="2023-10-11T11:46:27.364" v="653"/>
          <ac:picMkLst>
            <pc:docMk/>
            <pc:sldMk cId="1307372559" sldId="268"/>
            <ac:picMk id="14" creationId="{21776D35-DFA0-1489-F36A-C9F1617BE858}"/>
          </ac:picMkLst>
        </pc:picChg>
        <pc:picChg chg="add mod">
          <ac:chgData name="Neville Palmer" userId="50405348-8abf-4926-b848-20a1fee86c04" providerId="ADAL" clId="{87FD085E-5D15-4BAB-BCCF-5CBBCF804639}" dt="2023-10-11T11:46:27.364" v="653"/>
          <ac:picMkLst>
            <pc:docMk/>
            <pc:sldMk cId="1307372559" sldId="268"/>
            <ac:picMk id="15" creationId="{1B7CA723-6D4E-F392-9EEC-6B5EC22FA7C5}"/>
          </ac:picMkLst>
        </pc:picChg>
      </pc:sldChg>
      <pc:sldChg chg="addSp delSp modSp mod modTransition modAnim">
        <pc:chgData name="Neville Palmer" userId="50405348-8abf-4926-b848-20a1fee86c04" providerId="ADAL" clId="{87FD085E-5D15-4BAB-BCCF-5CBBCF804639}" dt="2023-10-11T11:45:48.272" v="644"/>
        <pc:sldMkLst>
          <pc:docMk/>
          <pc:sldMk cId="3262768888" sldId="269"/>
        </pc:sldMkLst>
        <pc:picChg chg="add del mod ord">
          <ac:chgData name="Neville Palmer" userId="50405348-8abf-4926-b848-20a1fee86c04" providerId="ADAL" clId="{87FD085E-5D15-4BAB-BCCF-5CBBCF804639}" dt="2023-10-11T11:45:48.272" v="644"/>
          <ac:picMkLst>
            <pc:docMk/>
            <pc:sldMk cId="3262768888" sldId="269"/>
            <ac:picMk id="5" creationId="{FAC92F9B-7F5C-2263-2442-49143A78B510}"/>
          </ac:picMkLst>
        </pc:picChg>
        <pc:picChg chg="del">
          <ac:chgData name="Neville Palmer" userId="50405348-8abf-4926-b848-20a1fee86c04" providerId="ADAL" clId="{87FD085E-5D15-4BAB-BCCF-5CBBCF804639}" dt="2023-10-11T11:45:37.296" v="643"/>
          <ac:picMkLst>
            <pc:docMk/>
            <pc:sldMk cId="3262768888" sldId="269"/>
            <ac:picMk id="6" creationId="{165F74FB-E0F7-0047-1080-01A853F7C07D}"/>
          </ac:picMkLst>
        </pc:picChg>
        <pc:picChg chg="add mod">
          <ac:chgData name="Neville Palmer" userId="50405348-8abf-4926-b848-20a1fee86c04" providerId="ADAL" clId="{87FD085E-5D15-4BAB-BCCF-5CBBCF804639}" dt="2023-10-11T11:45:48.272" v="644"/>
          <ac:picMkLst>
            <pc:docMk/>
            <pc:sldMk cId="3262768888" sldId="269"/>
            <ac:picMk id="7" creationId="{A124E986-A3DF-C42A-6FF0-0FB159BBC4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CE134-9F2C-4CCE-8A4D-1128764387A0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3EC96-0565-449D-BD11-F640FCAC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16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3EC96-0565-449D-BD11-F640FCAC42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4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8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3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7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64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05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56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23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36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88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73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E7AE-7AA2-4785-9F79-208C8CB5AA14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25476-E93E-40F1-BE64-25587B28E1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655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EB42-1C44-7818-1124-5AC2E801D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Docker LAMP Server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F230B-1FD7-CFAC-569F-2E4FCF8BB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8856988-1B71-6B78-180C-1FB5C48DAA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05871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13"/>
    </mc:Choice>
    <mc:Fallback>
      <p:transition spd="slow" advTm="6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E65B-FFCB-B3F9-139C-0004AF36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CEE38-1827-4447-B489-4225613D5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LAMP server has all the components of a web server installed as one package</a:t>
            </a:r>
          </a:p>
          <a:p>
            <a:endParaRPr lang="en-GB" dirty="0"/>
          </a:p>
          <a:p>
            <a:r>
              <a:rPr lang="en-GB" dirty="0"/>
              <a:t>Run a LAMP Server in one container</a:t>
            </a:r>
          </a:p>
          <a:p>
            <a:pPr lvl="1"/>
            <a:r>
              <a:rPr lang="en-GB" dirty="0"/>
              <a:t>Linux</a:t>
            </a:r>
          </a:p>
          <a:p>
            <a:pPr lvl="1"/>
            <a:r>
              <a:rPr lang="en-GB" dirty="0"/>
              <a:t>Apache	(web server)</a:t>
            </a:r>
          </a:p>
          <a:p>
            <a:pPr lvl="1"/>
            <a:r>
              <a:rPr lang="en-GB" dirty="0"/>
              <a:t>MySQL	(database)</a:t>
            </a:r>
          </a:p>
          <a:p>
            <a:pPr lvl="1"/>
            <a:r>
              <a:rPr lang="en-GB" dirty="0"/>
              <a:t>PHP	(running PHP)</a:t>
            </a:r>
          </a:p>
          <a:p>
            <a:pPr lvl="1"/>
            <a:endParaRPr lang="en-GB" dirty="0"/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79CFD98A-23FA-5C89-1943-00B3C8BC4F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84357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66"/>
    </mc:Choice>
    <mc:Fallback>
      <p:transition spd="slow" advTm="317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02DF-EA9E-2125-B590-7C3F11CA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73DC3-E417-51F3-11A4-AE4AC2EE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Start a container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Install and start Apache</a:t>
            </a:r>
          </a:p>
          <a:p>
            <a:pPr lvl="1"/>
            <a:r>
              <a:rPr lang="en-GB" dirty="0"/>
              <a:t>Test </a:t>
            </a:r>
            <a:r>
              <a:rPr lang="en-GB" dirty="0" err="1"/>
              <a:t>apache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Install MariaDB (version of MySQL server)</a:t>
            </a:r>
          </a:p>
          <a:p>
            <a:pPr lvl="1"/>
            <a:r>
              <a:rPr lang="en-GB" dirty="0"/>
              <a:t>Start </a:t>
            </a:r>
            <a:r>
              <a:rPr lang="en-GB" dirty="0" err="1"/>
              <a:t>mySQL</a:t>
            </a:r>
            <a:endParaRPr lang="en-GB" dirty="0"/>
          </a:p>
          <a:p>
            <a:pPr lvl="1"/>
            <a:r>
              <a:rPr lang="en-GB" dirty="0"/>
              <a:t>Access the users in the database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Install PHP</a:t>
            </a:r>
          </a:p>
          <a:p>
            <a:pPr lvl="1"/>
            <a:r>
              <a:rPr lang="en-GB" dirty="0"/>
              <a:t>Configure it</a:t>
            </a:r>
          </a:p>
          <a:p>
            <a:pPr lvl="1"/>
            <a:r>
              <a:rPr lang="en-GB" dirty="0"/>
              <a:t>Setup an </a:t>
            </a:r>
            <a:r>
              <a:rPr lang="en-GB" dirty="0" err="1"/>
              <a:t>index.php</a:t>
            </a:r>
            <a:r>
              <a:rPr lang="en-GB" dirty="0"/>
              <a:t> page in the /var/www/html directory</a:t>
            </a:r>
          </a:p>
          <a:p>
            <a:pPr lvl="1"/>
            <a:r>
              <a:rPr lang="en-GB" dirty="0"/>
              <a:t>Restart Apache</a:t>
            </a:r>
          </a:p>
          <a:p>
            <a:pPr lvl="1"/>
            <a:r>
              <a:rPr lang="en-GB" dirty="0"/>
              <a:t>Test the web page from the host (using the lynx browser or Firefox)</a:t>
            </a:r>
          </a:p>
          <a:p>
            <a:endParaRPr lang="en-GB" dirty="0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8C16089A-1B40-37C2-D2A7-4753BC287D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98563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949"/>
    </mc:Choice>
    <mc:Fallback>
      <p:transition spd="slow" advTm="589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BDC4-52B5-AD57-F0BF-A0E90EA5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47C6-4E04-F4E5-4A1F-A47BBCAC9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Watch the video on SOL</a:t>
            </a:r>
          </a:p>
          <a:p>
            <a:r>
              <a:rPr lang="en-GB" dirty="0"/>
              <a:t>Read the lab sheet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124E986-A3DF-C42A-6FF0-0FB159BBC4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62768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23"/>
    </mc:Choice>
    <mc:Fallback>
      <p:transition spd="slow" advTm="76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9D8-DA9D-ABCE-45C0-44CBB677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luck with the lab!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354D7-6626-36C3-A42C-1EC045AA2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1B7CA723-6D4E-F392-9EEC-6B5EC22FA7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0737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05"/>
    </mc:Choice>
    <mc:Fallback>
      <p:transition spd="slow" advTm="87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</TotalTime>
  <Words>128</Words>
  <Application>Microsoft Office PowerPoint</Application>
  <PresentationFormat>Widescreen</PresentationFormat>
  <Paragraphs>27</Paragraphs>
  <Slides>5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Docker LAMP Server</vt:lpstr>
      <vt:lpstr>Exercise</vt:lpstr>
      <vt:lpstr>Tasks</vt:lpstr>
      <vt:lpstr>How to do this</vt:lpstr>
      <vt:lpstr>Good luck with the lab!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Docker-Compose</dc:title>
  <dc:creator>Neville Palmer</dc:creator>
  <cp:lastModifiedBy>Neville Palmer</cp:lastModifiedBy>
  <cp:revision>1</cp:revision>
  <dcterms:created xsi:type="dcterms:W3CDTF">2023-10-10T11:38:35Z</dcterms:created>
  <dcterms:modified xsi:type="dcterms:W3CDTF">2023-10-11T11:46:29Z</dcterms:modified>
</cp:coreProperties>
</file>